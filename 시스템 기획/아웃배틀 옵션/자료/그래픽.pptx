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06B265-2186-6C42-180E-72B6C986E9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045FC46-D59D-EC3C-8A6B-49D10926DD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75EE1C-B4D6-0822-9D43-E7787C19B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05AD-DC08-4F6C-9164-0EAD3A5E84DB}" type="datetimeFigureOut">
              <a:rPr lang="ko-KR" altLang="en-US" smtClean="0"/>
              <a:t>2025-10-16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EA8944-42AE-135D-1847-70947A7CB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BE4069-E23C-C88C-9945-198F5B949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5E4A7-0A35-45DC-8E25-9EE6C7D09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70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B9A8C8-4005-BF44-106B-A6A0D7918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8A461D-C205-B96B-243B-7F7E467AC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66E7FF-7D18-5150-0446-AB97F6D65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05AD-DC08-4F6C-9164-0EAD3A5E84DB}" type="datetimeFigureOut">
              <a:rPr lang="ko-KR" altLang="en-US" smtClean="0"/>
              <a:t>2025-10-16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BDF351-354E-1D0D-AC2C-07785F51E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F0C4DE-BBE4-F607-A140-22EB82946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5E4A7-0A35-45DC-8E25-9EE6C7D09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9176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755A64-5061-A13A-E14D-92BE55DC3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012DCA-09A7-EEF4-FAFF-0A3C0CD342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B4FF8-8456-F342-B225-9F9A36FB8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05AD-DC08-4F6C-9164-0EAD3A5E84DB}" type="datetimeFigureOut">
              <a:rPr lang="ko-KR" altLang="en-US" smtClean="0"/>
              <a:t>2025-10-16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7A23DB-2E84-706F-B090-FC161DB3F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DC2B766-32BC-8016-CC0D-73D0119FB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5E4A7-0A35-45DC-8E25-9EE6C7D09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6561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616135-D91D-29EC-0536-2FCC5D752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CAB357-E01D-A07A-F84D-B8C6FE219D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1344E89-E859-36D1-F41E-4C4152D9A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809A900-F0A3-7F51-8EAB-F22796586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05AD-DC08-4F6C-9164-0EAD3A5E84DB}" type="datetimeFigureOut">
              <a:rPr lang="ko-KR" altLang="en-US" smtClean="0"/>
              <a:t>2025-10-16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039B1A3-787E-3154-7A46-6462E6CDD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6A166C8-9696-058E-2D56-9F243986C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5E4A7-0A35-45DC-8E25-9EE6C7D09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9317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C4776B-30FA-4704-72E9-EC8675249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AAA098A-155E-336D-8562-3D90996951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F7BB61A-9CE5-B8E1-1419-FBBD63DBC8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EB5FD0C-1283-7E65-BED9-0B8FB487CD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01FACB7-EFF9-3EEC-4424-86D6D49275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18DFA6C-3AF0-75A4-FAC9-FE3534129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05AD-DC08-4F6C-9164-0EAD3A5E84DB}" type="datetimeFigureOut">
              <a:rPr lang="ko-KR" altLang="en-US" smtClean="0"/>
              <a:t>2025-10-16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4B79061-8E30-53E0-15CC-6849D1555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0FBDB77-DC2D-9E6F-E690-966C358E9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5E4A7-0A35-45DC-8E25-9EE6C7D09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5937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060A31-75BD-A321-A5C1-17438354E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C65355E-CF92-F448-C6FA-202999EF2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05AD-DC08-4F6C-9164-0EAD3A5E84DB}" type="datetimeFigureOut">
              <a:rPr lang="ko-KR" altLang="en-US" smtClean="0"/>
              <a:t>2025-10-16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A5813C6-7952-4E1F-B86D-00015CC7A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BC5C7C2-8CE8-7380-4239-7CE0A943E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5E4A7-0A35-45DC-8E25-9EE6C7D09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2148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0D8DAD8-4FC4-25B0-B5B6-B797B5CA9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05AD-DC08-4F6C-9164-0EAD3A5E84DB}" type="datetimeFigureOut">
              <a:rPr lang="ko-KR" altLang="en-US" smtClean="0"/>
              <a:t>2025-10-16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416F8AB-37CD-5166-6900-0173BDD8D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9D7FF1-AF2A-11F1-99DA-8833E6E51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5E4A7-0A35-45DC-8E25-9EE6C7D09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5337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DF5832-6EED-8176-B5F8-EA9F85B9C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95D080-75D0-F1EB-99A8-0793A40E6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D207728-A5F1-8A98-2671-096213F01E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6C28A4F-E0CC-BA9A-663D-C5E646B0B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05AD-DC08-4F6C-9164-0EAD3A5E84DB}" type="datetimeFigureOut">
              <a:rPr lang="ko-KR" altLang="en-US" smtClean="0"/>
              <a:t>2025-10-16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DD988B1-C179-0D71-96E2-459C5CB8D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8BE7BBD-9865-C213-2DD8-AABF42C75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5E4A7-0A35-45DC-8E25-9EE6C7D09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7570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AA0636-68C3-19FA-88D5-78B3FB9D6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948F258-8335-DDDC-54C3-D3EF6D5419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367010-A622-9A51-8553-735D174E85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ECC7A46-E237-DC84-CE1C-4DC24EC0C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05AD-DC08-4F6C-9164-0EAD3A5E84DB}" type="datetimeFigureOut">
              <a:rPr lang="ko-KR" altLang="en-US" smtClean="0"/>
              <a:t>2025-10-16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ADFA1EE-518F-E851-4DD2-D824F03E7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E8C9FED-8E58-E4E1-3490-4C56172B6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5E4A7-0A35-45DC-8E25-9EE6C7D09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1807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A9C2EB-AC70-81C6-F3FD-DC61202A9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EF32D0C-DEE0-81DD-F8FA-802D830EC8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AEE729-501A-C39D-1C41-5A7532DC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05AD-DC08-4F6C-9164-0EAD3A5E84DB}" type="datetimeFigureOut">
              <a:rPr lang="ko-KR" altLang="en-US" smtClean="0"/>
              <a:t>2025-10-16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6F7CE7-DD4F-9AE3-F09C-D2AD323D1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88B288-0EF9-61CF-9D68-738EE6E6C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5E4A7-0A35-45DC-8E25-9EE6C7D09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4255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CF858D1-8E78-E20B-97C1-9EC687CD7C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89E5466-A9A8-A0EC-2F35-41FE0A572D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AE889C-7F39-9AB5-5CCF-2633B587E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05AD-DC08-4F6C-9164-0EAD3A5E84DB}" type="datetimeFigureOut">
              <a:rPr lang="ko-KR" altLang="en-US" smtClean="0"/>
              <a:t>2025-10-16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3BE016-38E1-D3DA-0751-8CE6FD859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DC3DD6-0E3C-8CBF-6901-98F7D76D0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5E4A7-0A35-45DC-8E25-9EE6C7D09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6883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5DACA9D-94EC-0D25-CA4E-A918908A7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CEC479-7DE9-5EEC-AAD8-6C7538073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0D3C09-5003-6BA4-C231-E2118C47E4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2F05AD-DC08-4F6C-9164-0EAD3A5E84DB}" type="datetimeFigureOut">
              <a:rPr lang="ko-KR" altLang="en-US" smtClean="0"/>
              <a:t>2025-10-16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5E9A6E-6604-0AD2-DC90-0238DB6D56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66082D-0E99-EB7E-51A8-0F0FB88ED7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05E4A7-0A35-45DC-8E25-9EE6C7D09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5831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7E765CB7-0EF7-EFB7-C94C-A5C19DEA86D1}"/>
              </a:ext>
            </a:extLst>
          </p:cNvPr>
          <p:cNvGrpSpPr/>
          <p:nvPr/>
        </p:nvGrpSpPr>
        <p:grpSpPr>
          <a:xfrm>
            <a:off x="2481279" y="1052945"/>
            <a:ext cx="1625602" cy="629669"/>
            <a:chOff x="4572000" y="1662545"/>
            <a:chExt cx="3001818" cy="629669"/>
          </a:xfrm>
        </p:grpSpPr>
        <p:sp>
          <p:nvSpPr>
            <p:cNvPr id="6" name="순서도: 처리 5">
              <a:extLst>
                <a:ext uri="{FF2B5EF4-FFF2-40B4-BE49-F238E27FC236}">
                  <a16:creationId xmlns:a16="http://schemas.microsoft.com/office/drawing/2014/main" id="{613011BC-6790-362A-4FDC-AED936A838FA}"/>
                </a:ext>
              </a:extLst>
            </p:cNvPr>
            <p:cNvSpPr/>
            <p:nvPr/>
          </p:nvSpPr>
          <p:spPr>
            <a:xfrm>
              <a:off x="4572000" y="1662545"/>
              <a:ext cx="3001818" cy="629669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A37CC9C-D954-DCDC-6A26-8BC2BB9385BA}"/>
                </a:ext>
              </a:extLst>
            </p:cNvPr>
            <p:cNvSpPr txBox="1"/>
            <p:nvPr/>
          </p:nvSpPr>
          <p:spPr>
            <a:xfrm>
              <a:off x="4723939" y="1792713"/>
              <a:ext cx="27524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/>
                <a:t>글자 크기</a:t>
              </a:r>
            </a:p>
          </p:txBody>
        </p:sp>
      </p:grpSp>
      <p:pic>
        <p:nvPicPr>
          <p:cNvPr id="2" name="그림 1" descr="슬라이더 UI는 언제 사용해야 하는가?">
            <a:extLst>
              <a:ext uri="{FF2B5EF4-FFF2-40B4-BE49-F238E27FC236}">
                <a16:creationId xmlns:a16="http://schemas.microsoft.com/office/drawing/2014/main" id="{CD120350-570C-5797-5B12-F9759575D9F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567" b="38727"/>
          <a:stretch/>
        </p:blipFill>
        <p:spPr bwMode="auto">
          <a:xfrm>
            <a:off x="4442303" y="1097509"/>
            <a:ext cx="3891915" cy="54054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0" name="타원 19">
            <a:extLst>
              <a:ext uri="{FF2B5EF4-FFF2-40B4-BE49-F238E27FC236}">
                <a16:creationId xmlns:a16="http://schemas.microsoft.com/office/drawing/2014/main" id="{0BF9059B-486B-B60E-E209-C5C607C198EB}"/>
              </a:ext>
            </a:extLst>
          </p:cNvPr>
          <p:cNvSpPr/>
          <p:nvPr/>
        </p:nvSpPr>
        <p:spPr>
          <a:xfrm>
            <a:off x="1205205" y="989247"/>
            <a:ext cx="738909" cy="7204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1</a:t>
            </a:r>
            <a:endParaRPr lang="ko-KR" altLang="en-US"/>
          </a:p>
        </p:txBody>
      </p:sp>
      <p:pic>
        <p:nvPicPr>
          <p:cNvPr id="21" name="그림 20" descr="Dropdown menu design: UX best practices">
            <a:extLst>
              <a:ext uri="{FF2B5EF4-FFF2-40B4-BE49-F238E27FC236}">
                <a16:creationId xmlns:a16="http://schemas.microsoft.com/office/drawing/2014/main" id="{1440B095-518A-5A31-762D-C1E9EE99596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52" t="17441" r="20743" b="15806"/>
          <a:stretch/>
        </p:blipFill>
        <p:spPr bwMode="auto">
          <a:xfrm>
            <a:off x="8281979" y="2045254"/>
            <a:ext cx="2028825" cy="152971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C1D65EAC-D170-CA91-0FB2-02D40681AA3C}"/>
              </a:ext>
            </a:extLst>
          </p:cNvPr>
          <p:cNvGrpSpPr/>
          <p:nvPr/>
        </p:nvGrpSpPr>
        <p:grpSpPr>
          <a:xfrm>
            <a:off x="2503044" y="1975896"/>
            <a:ext cx="1625602" cy="629669"/>
            <a:chOff x="4572000" y="1662545"/>
            <a:chExt cx="3001818" cy="629669"/>
          </a:xfrm>
        </p:grpSpPr>
        <p:sp>
          <p:nvSpPr>
            <p:cNvPr id="23" name="순서도: 처리 22">
              <a:extLst>
                <a:ext uri="{FF2B5EF4-FFF2-40B4-BE49-F238E27FC236}">
                  <a16:creationId xmlns:a16="http://schemas.microsoft.com/office/drawing/2014/main" id="{B2155D6D-230A-F055-B803-B474E0496EC5}"/>
                </a:ext>
              </a:extLst>
            </p:cNvPr>
            <p:cNvSpPr/>
            <p:nvPr/>
          </p:nvSpPr>
          <p:spPr>
            <a:xfrm>
              <a:off x="4572000" y="1662545"/>
              <a:ext cx="3001818" cy="629669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5553485-8A3A-684C-5A28-70DC9097435E}"/>
                </a:ext>
              </a:extLst>
            </p:cNvPr>
            <p:cNvSpPr txBox="1"/>
            <p:nvPr/>
          </p:nvSpPr>
          <p:spPr>
            <a:xfrm>
              <a:off x="4723939" y="1792713"/>
              <a:ext cx="27524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/>
                <a:t>화면 모드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EC87D9B7-7237-D21F-5D03-2AF9462EB097}"/>
              </a:ext>
            </a:extLst>
          </p:cNvPr>
          <p:cNvGrpSpPr/>
          <p:nvPr/>
        </p:nvGrpSpPr>
        <p:grpSpPr>
          <a:xfrm>
            <a:off x="6490075" y="1939062"/>
            <a:ext cx="1625602" cy="629669"/>
            <a:chOff x="4572000" y="1662545"/>
            <a:chExt cx="3001818" cy="629669"/>
          </a:xfrm>
        </p:grpSpPr>
        <p:sp>
          <p:nvSpPr>
            <p:cNvPr id="26" name="순서도: 처리 25">
              <a:extLst>
                <a:ext uri="{FF2B5EF4-FFF2-40B4-BE49-F238E27FC236}">
                  <a16:creationId xmlns:a16="http://schemas.microsoft.com/office/drawing/2014/main" id="{BDDF2731-1E11-40DF-1CCB-79AC9BD6923B}"/>
                </a:ext>
              </a:extLst>
            </p:cNvPr>
            <p:cNvSpPr/>
            <p:nvPr/>
          </p:nvSpPr>
          <p:spPr>
            <a:xfrm>
              <a:off x="4572000" y="1662545"/>
              <a:ext cx="3001818" cy="629669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710626B-5350-1744-BAE9-9406326F6812}"/>
                </a:ext>
              </a:extLst>
            </p:cNvPr>
            <p:cNvSpPr txBox="1"/>
            <p:nvPr/>
          </p:nvSpPr>
          <p:spPr>
            <a:xfrm>
              <a:off x="4723939" y="1792713"/>
              <a:ext cx="27524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/>
                <a:t>해상도</a:t>
              </a:r>
            </a:p>
          </p:txBody>
        </p:sp>
      </p:grp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BDE79F6-81AB-5D88-34E0-DB16106C0250}"/>
              </a:ext>
            </a:extLst>
          </p:cNvPr>
          <p:cNvCxnSpPr>
            <a:endCxn id="23" idx="1"/>
          </p:cNvCxnSpPr>
          <p:nvPr/>
        </p:nvCxnSpPr>
        <p:spPr>
          <a:xfrm>
            <a:off x="1900934" y="2198255"/>
            <a:ext cx="602110" cy="924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타원 28">
            <a:extLst>
              <a:ext uri="{FF2B5EF4-FFF2-40B4-BE49-F238E27FC236}">
                <a16:creationId xmlns:a16="http://schemas.microsoft.com/office/drawing/2014/main" id="{460D636C-0ADA-22AD-0738-51068441ED13}"/>
              </a:ext>
            </a:extLst>
          </p:cNvPr>
          <p:cNvSpPr/>
          <p:nvPr/>
        </p:nvSpPr>
        <p:spPr>
          <a:xfrm>
            <a:off x="1154487" y="1885128"/>
            <a:ext cx="738909" cy="7204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2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85775004-AA07-31D0-5683-48CBE8323CF7}"/>
              </a:ext>
            </a:extLst>
          </p:cNvPr>
          <p:cNvCxnSpPr>
            <a:cxnSpLocks/>
          </p:cNvCxnSpPr>
          <p:nvPr/>
        </p:nvCxnSpPr>
        <p:spPr>
          <a:xfrm>
            <a:off x="1893396" y="1349466"/>
            <a:ext cx="59542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 descr="Dropdown menu design: UX best practices">
            <a:extLst>
              <a:ext uri="{FF2B5EF4-FFF2-40B4-BE49-F238E27FC236}">
                <a16:creationId xmlns:a16="http://schemas.microsoft.com/office/drawing/2014/main" id="{859A137D-B280-6EAD-BFBF-23A68163062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52" t="17441" r="20743" b="15806"/>
          <a:stretch/>
        </p:blipFill>
        <p:spPr bwMode="auto">
          <a:xfrm>
            <a:off x="4294948" y="1975896"/>
            <a:ext cx="2028825" cy="152971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744411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665</TotalTime>
  <Words>7</Words>
  <Application>Microsoft Office PowerPoint</Application>
  <PresentationFormat>와이드스크린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라르푸르덕 라르푸르덕</dc:creator>
  <cp:lastModifiedBy>라르푸르덕 라르푸르덕</cp:lastModifiedBy>
  <cp:revision>7</cp:revision>
  <dcterms:created xsi:type="dcterms:W3CDTF">2025-10-09T09:48:24Z</dcterms:created>
  <dcterms:modified xsi:type="dcterms:W3CDTF">2025-10-16T08:10:23Z</dcterms:modified>
</cp:coreProperties>
</file>