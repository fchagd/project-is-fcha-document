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06B265-2186-6C42-180E-72B6C986E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045FC46-D59D-EC3C-8A6B-49D10926D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5EE1C-B4D6-0822-9D43-E7787C19B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EA8944-42AE-135D-1847-70947A7CB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BE4069-E23C-C88C-9945-198F5B949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70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9A8C8-4005-BF44-106B-A6A0D791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A461D-C205-B96B-243B-7F7E467A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66E7FF-7D18-5150-0446-AB97F6D65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DF351-354E-1D0D-AC2C-07785F51E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F0C4DE-BBE4-F607-A140-22EB82946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176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55A64-5061-A13A-E14D-92BE55DC3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12DCA-09A7-EEF4-FAFF-0A3C0CD34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BB4FF8-8456-F342-B225-9F9A36FB8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7A23DB-2E84-706F-B090-FC161DB3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C2B766-32BC-8016-CC0D-73D0119FB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561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616135-D91D-29EC-0536-2FCC5D752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CAB357-E01D-A07A-F84D-B8C6FE219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344E89-E859-36D1-F41E-4C4152D9A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09A900-F0A3-7F51-8EAB-F22796586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39B1A3-787E-3154-7A46-6462E6CDD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A166C8-9696-058E-2D56-9F243986C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317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4776B-30FA-4704-72E9-EC867524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AA098A-155E-336D-8562-3D9099695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F7BB61A-9CE5-B8E1-1419-FBBD63DBC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B5FD0C-1283-7E65-BED9-0B8FB487CD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1FACB7-EFF9-3EEC-4424-86D6D49275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8DFA6C-3AF0-75A4-FAC9-FE3534129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4B79061-8E30-53E0-15CC-6849D1555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0FBDB77-DC2D-9E6F-E690-966C358E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93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060A31-75BD-A321-A5C1-17438354E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C65355E-CF92-F448-C6FA-202999EF2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5813C6-7952-4E1F-B86D-00015CC7A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BC5C7C2-8CE8-7380-4239-7CE0A943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2148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0D8DAD8-4FC4-25B0-B5B6-B797B5CA9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16F8AB-37CD-5166-6900-0173BDD8D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9D7FF1-AF2A-11F1-99DA-8833E6E51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337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F5832-6EED-8176-B5F8-EA9F85B9C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95D080-75D0-F1EB-99A8-0793A40E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207728-A5F1-8A98-2671-096213F01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28A4F-E0CC-BA9A-663D-C5E646B0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D988B1-C179-0D71-96E2-459C5CB8D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BE7BBD-9865-C213-2DD8-AABF42C75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570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0636-68C3-19FA-88D5-78B3FB9D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948F258-8335-DDDC-54C3-D3EF6D541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367010-A622-9A51-8553-735D174E85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CC7A46-E237-DC84-CE1C-4DC24EC0C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DFA1EE-518F-E851-4DD2-D824F03E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8C9FED-8E58-E4E1-3490-4C56172B6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80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9C2EB-AC70-81C6-F3FD-DC61202A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F32D0C-DEE0-81DD-F8FA-802D830EC8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AEE729-501A-C39D-1C41-5A7532DC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6F7CE7-DD4F-9AE3-F09C-D2AD323D1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88B288-0EF9-61CF-9D68-738EE6E6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255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CF858D1-8E78-E20B-97C1-9EC687CD7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9E5466-A9A8-A0EC-2F35-41FE0A572D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AE889C-7F39-9AB5-5CCF-2633B587E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BE016-38E1-D3DA-0751-8CE6FD85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DC3DD6-0E3C-8CBF-6901-98F7D76D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883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5DACA9D-94EC-0D25-CA4E-A918908A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CEC479-7DE9-5EEC-AAD8-6C7538073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0D3C09-5003-6BA4-C231-E2118C47E4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5E9A6E-6604-0AD2-DC90-0238DB6D5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66082D-0E99-EB7E-51A8-0F0FB88ED7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831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226BC74-3314-CEE6-4466-E5F55CD6E75F}"/>
              </a:ext>
            </a:extLst>
          </p:cNvPr>
          <p:cNvSpPr/>
          <p:nvPr/>
        </p:nvSpPr>
        <p:spPr>
          <a:xfrm>
            <a:off x="3759199" y="708891"/>
            <a:ext cx="4553527" cy="544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7EAF7C3-9054-B8A6-926B-80BB691CE2A2}"/>
              </a:ext>
            </a:extLst>
          </p:cNvPr>
          <p:cNvSpPr/>
          <p:nvPr/>
        </p:nvSpPr>
        <p:spPr>
          <a:xfrm>
            <a:off x="7453746" y="822036"/>
            <a:ext cx="674256" cy="6188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십자형 3">
            <a:extLst>
              <a:ext uri="{FF2B5EF4-FFF2-40B4-BE49-F238E27FC236}">
                <a16:creationId xmlns:a16="http://schemas.microsoft.com/office/drawing/2014/main" id="{5EE39F31-7E23-E05E-F94E-73BAC40DC4E0}"/>
              </a:ext>
            </a:extLst>
          </p:cNvPr>
          <p:cNvSpPr/>
          <p:nvPr/>
        </p:nvSpPr>
        <p:spPr>
          <a:xfrm rot="2810567">
            <a:off x="7564584" y="907092"/>
            <a:ext cx="452582" cy="437891"/>
          </a:xfrm>
          <a:prstGeom prst="plus">
            <a:avLst>
              <a:gd name="adj" fmla="val 31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7E765CB7-0EF7-EFB7-C94C-A5C19DEA86D1}"/>
              </a:ext>
            </a:extLst>
          </p:cNvPr>
          <p:cNvGrpSpPr/>
          <p:nvPr/>
        </p:nvGrpSpPr>
        <p:grpSpPr>
          <a:xfrm>
            <a:off x="4535053" y="1662544"/>
            <a:ext cx="3001818" cy="629669"/>
            <a:chOff x="4572000" y="1662545"/>
            <a:chExt cx="3001818" cy="629669"/>
          </a:xfrm>
        </p:grpSpPr>
        <p:sp>
          <p:nvSpPr>
            <p:cNvPr id="6" name="순서도: 처리 5">
              <a:extLst>
                <a:ext uri="{FF2B5EF4-FFF2-40B4-BE49-F238E27FC236}">
                  <a16:creationId xmlns:a16="http://schemas.microsoft.com/office/drawing/2014/main" id="{613011BC-6790-362A-4FDC-AED936A838F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A37CC9C-D954-DCDC-6A26-8BC2BB9385BA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게임 저장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36E2F421-9385-E074-A608-23DDADF7713B}"/>
              </a:ext>
            </a:extLst>
          </p:cNvPr>
          <p:cNvGrpSpPr/>
          <p:nvPr/>
        </p:nvGrpSpPr>
        <p:grpSpPr>
          <a:xfrm>
            <a:off x="4535053" y="2469351"/>
            <a:ext cx="3001818" cy="629669"/>
            <a:chOff x="4572000" y="1662545"/>
            <a:chExt cx="3001818" cy="629669"/>
          </a:xfrm>
        </p:grpSpPr>
        <p:sp>
          <p:nvSpPr>
            <p:cNvPr id="9" name="순서도: 처리 8">
              <a:extLst>
                <a:ext uri="{FF2B5EF4-FFF2-40B4-BE49-F238E27FC236}">
                  <a16:creationId xmlns:a16="http://schemas.microsoft.com/office/drawing/2014/main" id="{1DB58A82-49BA-0157-3FEC-771242BF9941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B6A23F-93A8-04C9-1863-3843ADB5DE3C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게임 불러오기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72C4340-2646-4F42-3E0F-A6B473699C8B}"/>
              </a:ext>
            </a:extLst>
          </p:cNvPr>
          <p:cNvGrpSpPr/>
          <p:nvPr/>
        </p:nvGrpSpPr>
        <p:grpSpPr>
          <a:xfrm>
            <a:off x="4535053" y="3276158"/>
            <a:ext cx="3001818" cy="629669"/>
            <a:chOff x="4572000" y="1662545"/>
            <a:chExt cx="3001818" cy="629669"/>
          </a:xfrm>
        </p:grpSpPr>
        <p:sp>
          <p:nvSpPr>
            <p:cNvPr id="12" name="순서도: 처리 11">
              <a:extLst>
                <a:ext uri="{FF2B5EF4-FFF2-40B4-BE49-F238E27FC236}">
                  <a16:creationId xmlns:a16="http://schemas.microsoft.com/office/drawing/2014/main" id="{BC1D5B7A-300F-7A30-C345-4116A6DE25E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B758D1B-C046-D20E-993B-C92422EF8183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설정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D69BA5F3-0337-547E-9392-E27D4B0E357C}"/>
              </a:ext>
            </a:extLst>
          </p:cNvPr>
          <p:cNvGrpSpPr/>
          <p:nvPr/>
        </p:nvGrpSpPr>
        <p:grpSpPr>
          <a:xfrm>
            <a:off x="4535053" y="4082964"/>
            <a:ext cx="3001818" cy="629669"/>
            <a:chOff x="4572000" y="1662545"/>
            <a:chExt cx="3001818" cy="629669"/>
          </a:xfrm>
        </p:grpSpPr>
        <p:sp>
          <p:nvSpPr>
            <p:cNvPr id="16" name="순서도: 처리 15">
              <a:extLst>
                <a:ext uri="{FF2B5EF4-FFF2-40B4-BE49-F238E27FC236}">
                  <a16:creationId xmlns:a16="http://schemas.microsoft.com/office/drawing/2014/main" id="{202EB158-32C9-69F4-4DC4-93318FB7068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B53DA9-F5D7-ADCC-B8D0-196C666DE132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저장 후 게임 종료</a:t>
              </a:r>
            </a:p>
          </p:txBody>
        </p:sp>
      </p:grp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79924B2-75C0-8572-FA3C-9CBC6354AFAE}"/>
              </a:ext>
            </a:extLst>
          </p:cNvPr>
          <p:cNvSpPr/>
          <p:nvPr/>
        </p:nvSpPr>
        <p:spPr>
          <a:xfrm>
            <a:off x="3740727" y="320626"/>
            <a:ext cx="4572000" cy="409047"/>
          </a:xfrm>
          <a:custGeom>
            <a:avLst/>
            <a:gdLst>
              <a:gd name="connsiteX0" fmla="*/ 0 w 4572000"/>
              <a:gd name="connsiteY0" fmla="*/ 409047 h 409047"/>
              <a:gd name="connsiteX1" fmla="*/ 1958109 w 4572000"/>
              <a:gd name="connsiteY1" fmla="*/ 39592 h 409047"/>
              <a:gd name="connsiteX2" fmla="*/ 1958109 w 4572000"/>
              <a:gd name="connsiteY2" fmla="*/ 39592 h 409047"/>
              <a:gd name="connsiteX3" fmla="*/ 2706255 w 4572000"/>
              <a:gd name="connsiteY3" fmla="*/ 21119 h 409047"/>
              <a:gd name="connsiteX4" fmla="*/ 4572000 w 4572000"/>
              <a:gd name="connsiteY4" fmla="*/ 372101 h 409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0" h="409047">
                <a:moveTo>
                  <a:pt x="0" y="409047"/>
                </a:moveTo>
                <a:lnTo>
                  <a:pt x="1958109" y="39592"/>
                </a:lnTo>
                <a:lnTo>
                  <a:pt x="1958109" y="39592"/>
                </a:lnTo>
                <a:cubicBezTo>
                  <a:pt x="2082800" y="36513"/>
                  <a:pt x="2270607" y="-34299"/>
                  <a:pt x="2706255" y="21119"/>
                </a:cubicBezTo>
                <a:cubicBezTo>
                  <a:pt x="3141903" y="76537"/>
                  <a:pt x="3856951" y="224319"/>
                  <a:pt x="4572000" y="372101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0BF9059B-486B-B60E-E209-C5C607C198EB}"/>
              </a:ext>
            </a:extLst>
          </p:cNvPr>
          <p:cNvSpPr/>
          <p:nvPr/>
        </p:nvSpPr>
        <p:spPr>
          <a:xfrm>
            <a:off x="5693755" y="-11546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59BE916-CD2D-D72E-7BF0-6E47244B98C4}"/>
              </a:ext>
            </a:extLst>
          </p:cNvPr>
          <p:cNvSpPr/>
          <p:nvPr/>
        </p:nvSpPr>
        <p:spPr>
          <a:xfrm>
            <a:off x="3042250" y="711200"/>
            <a:ext cx="716950" cy="5421745"/>
          </a:xfrm>
          <a:custGeom>
            <a:avLst/>
            <a:gdLst>
              <a:gd name="connsiteX0" fmla="*/ 707714 w 716950"/>
              <a:gd name="connsiteY0" fmla="*/ 0 h 5421745"/>
              <a:gd name="connsiteX1" fmla="*/ 88877 w 716950"/>
              <a:gd name="connsiteY1" fmla="*/ 2207491 h 5421745"/>
              <a:gd name="connsiteX2" fmla="*/ 70405 w 716950"/>
              <a:gd name="connsiteY2" fmla="*/ 2927927 h 5421745"/>
              <a:gd name="connsiteX3" fmla="*/ 716950 w 716950"/>
              <a:gd name="connsiteY3" fmla="*/ 5421745 h 542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6950" h="5421745">
                <a:moveTo>
                  <a:pt x="707714" y="0"/>
                </a:moveTo>
                <a:cubicBezTo>
                  <a:pt x="451404" y="859751"/>
                  <a:pt x="195095" y="1719503"/>
                  <a:pt x="88877" y="2207491"/>
                </a:cubicBezTo>
                <a:cubicBezTo>
                  <a:pt x="-17341" y="2695479"/>
                  <a:pt x="-34274" y="2392218"/>
                  <a:pt x="70405" y="2927927"/>
                </a:cubicBezTo>
                <a:cubicBezTo>
                  <a:pt x="175084" y="3463636"/>
                  <a:pt x="446017" y="4442690"/>
                  <a:pt x="716950" y="542174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66644F3-332F-D0FA-0D18-FE3F8D5631D2}"/>
              </a:ext>
            </a:extLst>
          </p:cNvPr>
          <p:cNvSpPr/>
          <p:nvPr/>
        </p:nvSpPr>
        <p:spPr>
          <a:xfrm>
            <a:off x="2751973" y="2915939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84F76FE-C400-2CAF-57A3-E2068707BFE7}"/>
              </a:ext>
            </a:extLst>
          </p:cNvPr>
          <p:cNvSpPr/>
          <p:nvPr/>
        </p:nvSpPr>
        <p:spPr>
          <a:xfrm>
            <a:off x="9011204" y="600026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3</a:t>
            </a:r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5C4521F-6853-C216-16E4-27AABFF01487}"/>
              </a:ext>
            </a:extLst>
          </p:cNvPr>
          <p:cNvCxnSpPr>
            <a:endCxn id="24" idx="2"/>
          </p:cNvCxnSpPr>
          <p:nvPr/>
        </p:nvCxnSpPr>
        <p:spPr>
          <a:xfrm flipV="1">
            <a:off x="8105375" y="960245"/>
            <a:ext cx="905829" cy="465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63F0974B-9532-4CE8-04C2-702BA026DF15}"/>
              </a:ext>
            </a:extLst>
          </p:cNvPr>
          <p:cNvSpPr/>
          <p:nvPr/>
        </p:nvSpPr>
        <p:spPr>
          <a:xfrm>
            <a:off x="9149750" y="3046107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7D08B4-CCA6-9944-18D1-40B5C754A9CB}"/>
              </a:ext>
            </a:extLst>
          </p:cNvPr>
          <p:cNvSpPr/>
          <p:nvPr/>
        </p:nvSpPr>
        <p:spPr>
          <a:xfrm>
            <a:off x="7536873" y="1681018"/>
            <a:ext cx="406400" cy="3029527"/>
          </a:xfrm>
          <a:custGeom>
            <a:avLst/>
            <a:gdLst>
              <a:gd name="connsiteX0" fmla="*/ 0 w 406400"/>
              <a:gd name="connsiteY0" fmla="*/ 0 h 3029527"/>
              <a:gd name="connsiteX1" fmla="*/ 406400 w 406400"/>
              <a:gd name="connsiteY1" fmla="*/ 1616364 h 3029527"/>
              <a:gd name="connsiteX2" fmla="*/ 406400 w 406400"/>
              <a:gd name="connsiteY2" fmla="*/ 1616364 h 3029527"/>
              <a:gd name="connsiteX3" fmla="*/ 9236 w 406400"/>
              <a:gd name="connsiteY3" fmla="*/ 3029527 h 3029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6400" h="3029527">
                <a:moveTo>
                  <a:pt x="0" y="0"/>
                </a:moveTo>
                <a:lnTo>
                  <a:pt x="406400" y="1616364"/>
                </a:lnTo>
                <a:lnTo>
                  <a:pt x="406400" y="1616364"/>
                </a:lnTo>
                <a:lnTo>
                  <a:pt x="9236" y="3029527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6620358-F0D2-9A73-8469-156CE4177196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7943273" y="3276157"/>
            <a:ext cx="1206477" cy="1301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411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226BC74-3314-CEE6-4466-E5F55CD6E75F}"/>
              </a:ext>
            </a:extLst>
          </p:cNvPr>
          <p:cNvSpPr/>
          <p:nvPr/>
        </p:nvSpPr>
        <p:spPr>
          <a:xfrm>
            <a:off x="3759199" y="708891"/>
            <a:ext cx="4553527" cy="544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7EAF7C3-9054-B8A6-926B-80BB691CE2A2}"/>
              </a:ext>
            </a:extLst>
          </p:cNvPr>
          <p:cNvSpPr/>
          <p:nvPr/>
        </p:nvSpPr>
        <p:spPr>
          <a:xfrm>
            <a:off x="7453746" y="822036"/>
            <a:ext cx="674256" cy="6188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십자형 3">
            <a:extLst>
              <a:ext uri="{FF2B5EF4-FFF2-40B4-BE49-F238E27FC236}">
                <a16:creationId xmlns:a16="http://schemas.microsoft.com/office/drawing/2014/main" id="{5EE39F31-7E23-E05E-F94E-73BAC40DC4E0}"/>
              </a:ext>
            </a:extLst>
          </p:cNvPr>
          <p:cNvSpPr/>
          <p:nvPr/>
        </p:nvSpPr>
        <p:spPr>
          <a:xfrm rot="2810567">
            <a:off x="7564584" y="907092"/>
            <a:ext cx="452582" cy="437891"/>
          </a:xfrm>
          <a:prstGeom prst="plus">
            <a:avLst>
              <a:gd name="adj" fmla="val 31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7E765CB7-0EF7-EFB7-C94C-A5C19DEA86D1}"/>
              </a:ext>
            </a:extLst>
          </p:cNvPr>
          <p:cNvGrpSpPr/>
          <p:nvPr/>
        </p:nvGrpSpPr>
        <p:grpSpPr>
          <a:xfrm>
            <a:off x="4535053" y="1662544"/>
            <a:ext cx="3001818" cy="629669"/>
            <a:chOff x="4572000" y="1662545"/>
            <a:chExt cx="3001818" cy="629669"/>
          </a:xfrm>
        </p:grpSpPr>
        <p:sp>
          <p:nvSpPr>
            <p:cNvPr id="6" name="순서도: 처리 5">
              <a:extLst>
                <a:ext uri="{FF2B5EF4-FFF2-40B4-BE49-F238E27FC236}">
                  <a16:creationId xmlns:a16="http://schemas.microsoft.com/office/drawing/2014/main" id="{613011BC-6790-362A-4FDC-AED936A838F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A37CC9C-D954-DCDC-6A26-8BC2BB9385BA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게임 저장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36E2F421-9385-E074-A608-23DDADF7713B}"/>
              </a:ext>
            </a:extLst>
          </p:cNvPr>
          <p:cNvGrpSpPr/>
          <p:nvPr/>
        </p:nvGrpSpPr>
        <p:grpSpPr>
          <a:xfrm>
            <a:off x="4535053" y="2469351"/>
            <a:ext cx="3001818" cy="629669"/>
            <a:chOff x="4572000" y="1662545"/>
            <a:chExt cx="3001818" cy="629669"/>
          </a:xfrm>
        </p:grpSpPr>
        <p:sp>
          <p:nvSpPr>
            <p:cNvPr id="9" name="순서도: 처리 8">
              <a:extLst>
                <a:ext uri="{FF2B5EF4-FFF2-40B4-BE49-F238E27FC236}">
                  <a16:creationId xmlns:a16="http://schemas.microsoft.com/office/drawing/2014/main" id="{1DB58A82-49BA-0157-3FEC-771242BF9941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B6A23F-93A8-04C9-1863-3843ADB5DE3C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게임 불러오기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72C4340-2646-4F42-3E0F-A6B473699C8B}"/>
              </a:ext>
            </a:extLst>
          </p:cNvPr>
          <p:cNvGrpSpPr/>
          <p:nvPr/>
        </p:nvGrpSpPr>
        <p:grpSpPr>
          <a:xfrm>
            <a:off x="4535053" y="3276158"/>
            <a:ext cx="3001818" cy="629669"/>
            <a:chOff x="4572000" y="1662545"/>
            <a:chExt cx="3001818" cy="629669"/>
          </a:xfrm>
        </p:grpSpPr>
        <p:sp>
          <p:nvSpPr>
            <p:cNvPr id="12" name="순서도: 처리 11">
              <a:extLst>
                <a:ext uri="{FF2B5EF4-FFF2-40B4-BE49-F238E27FC236}">
                  <a16:creationId xmlns:a16="http://schemas.microsoft.com/office/drawing/2014/main" id="{BC1D5B7A-300F-7A30-C345-4116A6DE25E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B758D1B-C046-D20E-993B-C92422EF8183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설정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D69BA5F3-0337-547E-9392-E27D4B0E357C}"/>
              </a:ext>
            </a:extLst>
          </p:cNvPr>
          <p:cNvGrpSpPr/>
          <p:nvPr/>
        </p:nvGrpSpPr>
        <p:grpSpPr>
          <a:xfrm>
            <a:off x="4535053" y="4082964"/>
            <a:ext cx="3001818" cy="629669"/>
            <a:chOff x="4572000" y="1662545"/>
            <a:chExt cx="3001818" cy="629669"/>
          </a:xfrm>
        </p:grpSpPr>
        <p:sp>
          <p:nvSpPr>
            <p:cNvPr id="16" name="순서도: 처리 15">
              <a:extLst>
                <a:ext uri="{FF2B5EF4-FFF2-40B4-BE49-F238E27FC236}">
                  <a16:creationId xmlns:a16="http://schemas.microsoft.com/office/drawing/2014/main" id="{202EB158-32C9-69F4-4DC4-93318FB7068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B53DA9-F5D7-ADCC-B8D0-196C666DE132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저장 후 탐사 포기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1DC28DC-7038-0B83-8A76-05A3E6804847}"/>
              </a:ext>
            </a:extLst>
          </p:cNvPr>
          <p:cNvGrpSpPr/>
          <p:nvPr/>
        </p:nvGrpSpPr>
        <p:grpSpPr>
          <a:xfrm>
            <a:off x="4562301" y="4889770"/>
            <a:ext cx="3001818" cy="629669"/>
            <a:chOff x="4572000" y="1662545"/>
            <a:chExt cx="3001818" cy="629669"/>
          </a:xfrm>
        </p:grpSpPr>
        <p:sp>
          <p:nvSpPr>
            <p:cNvPr id="18" name="순서도: 처리 17">
              <a:extLst>
                <a:ext uri="{FF2B5EF4-FFF2-40B4-BE49-F238E27FC236}">
                  <a16:creationId xmlns:a16="http://schemas.microsoft.com/office/drawing/2014/main" id="{196E2F16-C741-3437-F880-6B75CD5F05E0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DC585C5-3C90-7712-10A3-4FFDF111F0AC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저장 후 게임 종료</a:t>
              </a:r>
            </a:p>
          </p:txBody>
        </p:sp>
      </p:grp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1EB6D02-01E2-2872-4CAB-9EEC7D1E0821}"/>
              </a:ext>
            </a:extLst>
          </p:cNvPr>
          <p:cNvSpPr/>
          <p:nvPr/>
        </p:nvSpPr>
        <p:spPr>
          <a:xfrm>
            <a:off x="3740727" y="320626"/>
            <a:ext cx="4572000" cy="409047"/>
          </a:xfrm>
          <a:custGeom>
            <a:avLst/>
            <a:gdLst>
              <a:gd name="connsiteX0" fmla="*/ 0 w 4572000"/>
              <a:gd name="connsiteY0" fmla="*/ 409047 h 409047"/>
              <a:gd name="connsiteX1" fmla="*/ 1958109 w 4572000"/>
              <a:gd name="connsiteY1" fmla="*/ 39592 h 409047"/>
              <a:gd name="connsiteX2" fmla="*/ 1958109 w 4572000"/>
              <a:gd name="connsiteY2" fmla="*/ 39592 h 409047"/>
              <a:gd name="connsiteX3" fmla="*/ 2706255 w 4572000"/>
              <a:gd name="connsiteY3" fmla="*/ 21119 h 409047"/>
              <a:gd name="connsiteX4" fmla="*/ 4572000 w 4572000"/>
              <a:gd name="connsiteY4" fmla="*/ 372101 h 409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0" h="409047">
                <a:moveTo>
                  <a:pt x="0" y="409047"/>
                </a:moveTo>
                <a:lnTo>
                  <a:pt x="1958109" y="39592"/>
                </a:lnTo>
                <a:lnTo>
                  <a:pt x="1958109" y="39592"/>
                </a:lnTo>
                <a:cubicBezTo>
                  <a:pt x="2082800" y="36513"/>
                  <a:pt x="2270607" y="-34299"/>
                  <a:pt x="2706255" y="21119"/>
                </a:cubicBezTo>
                <a:cubicBezTo>
                  <a:pt x="3141903" y="76537"/>
                  <a:pt x="3856951" y="224319"/>
                  <a:pt x="4572000" y="372101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5A7489-96C7-E8B4-17AC-0D2E0D421B86}"/>
              </a:ext>
            </a:extLst>
          </p:cNvPr>
          <p:cNvSpPr/>
          <p:nvPr/>
        </p:nvSpPr>
        <p:spPr>
          <a:xfrm>
            <a:off x="5693755" y="-11546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86008CB0-8D4D-1CB4-99DF-22777D26A5CE}"/>
              </a:ext>
            </a:extLst>
          </p:cNvPr>
          <p:cNvSpPr/>
          <p:nvPr/>
        </p:nvSpPr>
        <p:spPr>
          <a:xfrm>
            <a:off x="3042250" y="711200"/>
            <a:ext cx="716950" cy="5421745"/>
          </a:xfrm>
          <a:custGeom>
            <a:avLst/>
            <a:gdLst>
              <a:gd name="connsiteX0" fmla="*/ 707714 w 716950"/>
              <a:gd name="connsiteY0" fmla="*/ 0 h 5421745"/>
              <a:gd name="connsiteX1" fmla="*/ 88877 w 716950"/>
              <a:gd name="connsiteY1" fmla="*/ 2207491 h 5421745"/>
              <a:gd name="connsiteX2" fmla="*/ 70405 w 716950"/>
              <a:gd name="connsiteY2" fmla="*/ 2927927 h 5421745"/>
              <a:gd name="connsiteX3" fmla="*/ 716950 w 716950"/>
              <a:gd name="connsiteY3" fmla="*/ 5421745 h 542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6950" h="5421745">
                <a:moveTo>
                  <a:pt x="707714" y="0"/>
                </a:moveTo>
                <a:cubicBezTo>
                  <a:pt x="451404" y="859751"/>
                  <a:pt x="195095" y="1719503"/>
                  <a:pt x="88877" y="2207491"/>
                </a:cubicBezTo>
                <a:cubicBezTo>
                  <a:pt x="-17341" y="2695479"/>
                  <a:pt x="-34274" y="2392218"/>
                  <a:pt x="70405" y="2927927"/>
                </a:cubicBezTo>
                <a:cubicBezTo>
                  <a:pt x="175084" y="3463636"/>
                  <a:pt x="446017" y="4442690"/>
                  <a:pt x="716950" y="542174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27ADCCC-E2B6-7D77-6A3B-A0167E206D33}"/>
              </a:ext>
            </a:extLst>
          </p:cNvPr>
          <p:cNvSpPr/>
          <p:nvPr/>
        </p:nvSpPr>
        <p:spPr>
          <a:xfrm>
            <a:off x="2751973" y="2915939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59A91C0-FA28-47D6-6446-580328C7B31C}"/>
              </a:ext>
            </a:extLst>
          </p:cNvPr>
          <p:cNvSpPr/>
          <p:nvPr/>
        </p:nvSpPr>
        <p:spPr>
          <a:xfrm>
            <a:off x="9011204" y="600026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3</a:t>
            </a:r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A29BEF3-9170-3A66-F225-A26E7BA4F1D8}"/>
              </a:ext>
            </a:extLst>
          </p:cNvPr>
          <p:cNvCxnSpPr>
            <a:endCxn id="25" idx="2"/>
          </p:cNvCxnSpPr>
          <p:nvPr/>
        </p:nvCxnSpPr>
        <p:spPr>
          <a:xfrm flipV="1">
            <a:off x="8105375" y="960245"/>
            <a:ext cx="905829" cy="465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44994C27-FC17-5CFA-E764-8E55111368AF}"/>
              </a:ext>
            </a:extLst>
          </p:cNvPr>
          <p:cNvSpPr/>
          <p:nvPr/>
        </p:nvSpPr>
        <p:spPr>
          <a:xfrm>
            <a:off x="9149750" y="3046107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DB940A43-B068-9F25-DE8E-EA72B1E43A8A}"/>
              </a:ext>
            </a:extLst>
          </p:cNvPr>
          <p:cNvSpPr/>
          <p:nvPr/>
        </p:nvSpPr>
        <p:spPr>
          <a:xfrm>
            <a:off x="7536873" y="1671782"/>
            <a:ext cx="472211" cy="3870036"/>
          </a:xfrm>
          <a:custGeom>
            <a:avLst/>
            <a:gdLst>
              <a:gd name="connsiteX0" fmla="*/ 0 w 472211"/>
              <a:gd name="connsiteY0" fmla="*/ 0 h 3870036"/>
              <a:gd name="connsiteX1" fmla="*/ 434109 w 472211"/>
              <a:gd name="connsiteY1" fmla="*/ 1690254 h 3870036"/>
              <a:gd name="connsiteX2" fmla="*/ 434109 w 472211"/>
              <a:gd name="connsiteY2" fmla="*/ 1690254 h 3870036"/>
              <a:gd name="connsiteX3" fmla="*/ 443345 w 472211"/>
              <a:gd name="connsiteY3" fmla="*/ 2392218 h 3870036"/>
              <a:gd name="connsiteX4" fmla="*/ 18472 w 472211"/>
              <a:gd name="connsiteY4" fmla="*/ 3870036 h 387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2211" h="3870036">
                <a:moveTo>
                  <a:pt x="0" y="0"/>
                </a:moveTo>
                <a:lnTo>
                  <a:pt x="434109" y="1690254"/>
                </a:lnTo>
                <a:lnTo>
                  <a:pt x="434109" y="1690254"/>
                </a:lnTo>
                <a:cubicBezTo>
                  <a:pt x="435648" y="1807248"/>
                  <a:pt x="512618" y="2028921"/>
                  <a:pt x="443345" y="2392218"/>
                </a:cubicBezTo>
                <a:cubicBezTo>
                  <a:pt x="374072" y="2755515"/>
                  <a:pt x="196272" y="3312775"/>
                  <a:pt x="18472" y="387003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78BE1500-16B4-8CF7-A99F-767C2D3A1244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009084" y="3406326"/>
            <a:ext cx="1140666" cy="230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968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30</Words>
  <Application>Microsoft Office PowerPoint</Application>
  <PresentationFormat>와이드스크린</PresentationFormat>
  <Paragraphs>17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라르푸르덕 라르푸르덕</dc:creator>
  <cp:lastModifiedBy>라르푸르덕 라르푸르덕</cp:lastModifiedBy>
  <cp:revision>2</cp:revision>
  <dcterms:created xsi:type="dcterms:W3CDTF">2025-10-09T09:48:24Z</dcterms:created>
  <dcterms:modified xsi:type="dcterms:W3CDTF">2025-10-10T08:09:11Z</dcterms:modified>
</cp:coreProperties>
</file>