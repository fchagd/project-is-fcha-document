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6B265-2186-6C42-180E-72B6C986E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45FC46-D59D-EC3C-8A6B-49D10926D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5EE1C-B4D6-0822-9D43-E7787C19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A8944-42AE-135D-1847-70947A7C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E4069-E23C-C88C-9945-198F5B94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9A8C8-4005-BF44-106B-A6A0D791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A461D-C205-B96B-243B-7F7E467A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6E7FF-7D18-5150-0446-AB97F6D6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DF351-354E-1D0D-AC2C-07785F51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0C4DE-BBE4-F607-A140-22EB829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7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55A64-5061-A13A-E14D-92BE55DC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12DCA-09A7-EEF4-FAFF-0A3C0CD3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B4FF8-8456-F342-B225-9F9A36FB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A23DB-2E84-706F-B090-FC161DB3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2B766-32BC-8016-CC0D-73D0119F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56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16135-D91D-29EC-0536-2FCC5D75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AB357-E01D-A07A-F84D-B8C6FE219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44E89-E859-36D1-F41E-4C4152D9A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9A900-F0A3-7F51-8EAB-F2279658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9B1A3-787E-3154-7A46-6462E6CD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166C8-9696-058E-2D56-9F24398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31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4776B-30FA-4704-72E9-EC867524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AA098A-155E-336D-8562-3D909969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7BB61A-9CE5-B8E1-1419-FBBD63DBC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5FD0C-1283-7E65-BED9-0B8FB487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1FACB7-EFF9-3EEC-4424-86D6D492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8DFA6C-3AF0-75A4-FAC9-FE353412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B79061-8E30-53E0-15CC-6849D155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FBDB77-DC2D-9E6F-E690-966C358E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3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60A31-75BD-A321-A5C1-17438354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5355E-CF92-F448-C6FA-202999EF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813C6-7952-4E1F-B86D-00015CC7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C5C7C2-8CE8-7380-4239-7CE0A943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4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D8DAD8-4FC4-25B0-B5B6-B797B5CA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16F8AB-37CD-5166-6900-0173BDD8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9D7FF1-AF2A-11F1-99DA-8833E6E5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3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F5832-6EED-8176-B5F8-EA9F85B9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5D080-75D0-F1EB-99A8-0793A40E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07728-A5F1-8A98-2671-096213F01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28A4F-E0CC-BA9A-663D-C5E646B0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988B1-C179-0D71-96E2-459C5CB8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E7BBD-9865-C213-2DD8-AABF42C7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7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0636-68C3-19FA-88D5-78B3FB9D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48F258-8335-DDDC-54C3-D3EF6D541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367010-A622-9A51-8553-735D174E8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CC7A46-E237-DC84-CE1C-4DC24EC0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FA1EE-518F-E851-4DD2-D824F03E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8C9FED-8E58-E4E1-3490-4C56172B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9C2EB-AC70-81C6-F3FD-DC61202A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32D0C-DEE0-81DD-F8FA-802D830EC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EE729-501A-C39D-1C41-5A7532DC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F7CE7-DD4F-9AE3-F09C-D2AD323D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8B288-0EF9-61CF-9D68-738EE6E6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5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F858D1-8E78-E20B-97C1-9EC687CD7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E5466-A9A8-A0EC-2F35-41FE0A572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E889C-7F39-9AB5-5CCF-2633B587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BE016-38E1-D3DA-0751-8CE6FD85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C3DD6-0E3C-8CBF-6901-98F7D76D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8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DACA9D-94EC-0D25-CA4E-A918908A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EC479-7DE9-5EEC-AAD8-6C753807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D3C09-5003-6BA4-C231-E2118C47E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05AD-DC08-4F6C-9164-0EAD3A5E84DB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E9A6E-6604-0AD2-DC90-0238DB6D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6082D-0E99-EB7E-51A8-0F0FB88ED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5E4A7-0A35-45DC-8E25-9EE6C7D09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26BC74-3314-CEE6-4466-E5F55CD6E75F}"/>
              </a:ext>
            </a:extLst>
          </p:cNvPr>
          <p:cNvSpPr/>
          <p:nvPr/>
        </p:nvSpPr>
        <p:spPr>
          <a:xfrm>
            <a:off x="3759199" y="708891"/>
            <a:ext cx="4553527" cy="5440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7EAF7C3-9054-B8A6-926B-80BB691CE2A2}"/>
              </a:ext>
            </a:extLst>
          </p:cNvPr>
          <p:cNvSpPr/>
          <p:nvPr/>
        </p:nvSpPr>
        <p:spPr>
          <a:xfrm>
            <a:off x="7453746" y="822036"/>
            <a:ext cx="674256" cy="6188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십자형 3">
            <a:extLst>
              <a:ext uri="{FF2B5EF4-FFF2-40B4-BE49-F238E27FC236}">
                <a16:creationId xmlns:a16="http://schemas.microsoft.com/office/drawing/2014/main" id="{5EE39F31-7E23-E05E-F94E-73BAC40DC4E0}"/>
              </a:ext>
            </a:extLst>
          </p:cNvPr>
          <p:cNvSpPr/>
          <p:nvPr/>
        </p:nvSpPr>
        <p:spPr>
          <a:xfrm rot="2810567">
            <a:off x="7564584" y="907092"/>
            <a:ext cx="452582" cy="437891"/>
          </a:xfrm>
          <a:prstGeom prst="plus">
            <a:avLst>
              <a:gd name="adj" fmla="val 318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E765CB7-0EF7-EFB7-C94C-A5C19DEA86D1}"/>
              </a:ext>
            </a:extLst>
          </p:cNvPr>
          <p:cNvGrpSpPr/>
          <p:nvPr/>
        </p:nvGrpSpPr>
        <p:grpSpPr>
          <a:xfrm>
            <a:off x="4535053" y="2138661"/>
            <a:ext cx="3001818" cy="629669"/>
            <a:chOff x="4572000" y="1662545"/>
            <a:chExt cx="3001818" cy="629669"/>
          </a:xfrm>
        </p:grpSpPr>
        <p:sp>
          <p:nvSpPr>
            <p:cNvPr id="6" name="순서도: 처리 5">
              <a:extLst>
                <a:ext uri="{FF2B5EF4-FFF2-40B4-BE49-F238E27FC236}">
                  <a16:creationId xmlns:a16="http://schemas.microsoft.com/office/drawing/2014/main" id="{613011BC-6790-362A-4FDC-AED936A838F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37CC9C-D954-DCDC-6A26-8BC2BB9385BA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설정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36E2F421-9385-E074-A608-23DDADF7713B}"/>
              </a:ext>
            </a:extLst>
          </p:cNvPr>
          <p:cNvGrpSpPr/>
          <p:nvPr/>
        </p:nvGrpSpPr>
        <p:grpSpPr>
          <a:xfrm>
            <a:off x="6871852" y="5600623"/>
            <a:ext cx="1330038" cy="409047"/>
            <a:chOff x="4572000" y="1662545"/>
            <a:chExt cx="3001818" cy="629669"/>
          </a:xfrm>
        </p:grpSpPr>
        <p:sp>
          <p:nvSpPr>
            <p:cNvPr id="9" name="순서도: 처리 8">
              <a:extLst>
                <a:ext uri="{FF2B5EF4-FFF2-40B4-BE49-F238E27FC236}">
                  <a16:creationId xmlns:a16="http://schemas.microsoft.com/office/drawing/2014/main" id="{1DB58A82-49BA-0157-3FEC-771242BF9941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B6A23F-93A8-04C9-1863-3843ADB5DE3C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진척도 초기화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72C4340-2646-4F42-3E0F-A6B473699C8B}"/>
              </a:ext>
            </a:extLst>
          </p:cNvPr>
          <p:cNvGrpSpPr/>
          <p:nvPr/>
        </p:nvGrpSpPr>
        <p:grpSpPr>
          <a:xfrm>
            <a:off x="4544288" y="2948796"/>
            <a:ext cx="3001818" cy="629669"/>
            <a:chOff x="4572000" y="1662545"/>
            <a:chExt cx="3001818" cy="629669"/>
          </a:xfrm>
        </p:grpSpPr>
        <p:sp>
          <p:nvSpPr>
            <p:cNvPr id="12" name="순서도: 처리 11">
              <a:extLst>
                <a:ext uri="{FF2B5EF4-FFF2-40B4-BE49-F238E27FC236}">
                  <a16:creationId xmlns:a16="http://schemas.microsoft.com/office/drawing/2014/main" id="{BC1D5B7A-300F-7A30-C345-4116A6DE25E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758D1B-C046-D20E-993B-C92422EF8183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크레딧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69BA5F3-0337-547E-9392-E27D4B0E357C}"/>
              </a:ext>
            </a:extLst>
          </p:cNvPr>
          <p:cNvGrpSpPr/>
          <p:nvPr/>
        </p:nvGrpSpPr>
        <p:grpSpPr>
          <a:xfrm>
            <a:off x="4544288" y="3755602"/>
            <a:ext cx="3001818" cy="629669"/>
            <a:chOff x="4572000" y="1662545"/>
            <a:chExt cx="3001818" cy="629669"/>
          </a:xfrm>
        </p:grpSpPr>
        <p:sp>
          <p:nvSpPr>
            <p:cNvPr id="16" name="순서도: 처리 15">
              <a:extLst>
                <a:ext uri="{FF2B5EF4-FFF2-40B4-BE49-F238E27FC236}">
                  <a16:creationId xmlns:a16="http://schemas.microsoft.com/office/drawing/2014/main" id="{202EB158-32C9-69F4-4DC4-93318FB7068A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B53DA9-F5D7-ADCC-B8D0-196C666DE132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저장 후 게임 종료</a:t>
              </a:r>
            </a:p>
          </p:txBody>
        </p:sp>
      </p:grp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79924B2-75C0-8572-FA3C-9CBC6354AFAE}"/>
              </a:ext>
            </a:extLst>
          </p:cNvPr>
          <p:cNvSpPr/>
          <p:nvPr/>
        </p:nvSpPr>
        <p:spPr>
          <a:xfrm>
            <a:off x="3740727" y="320626"/>
            <a:ext cx="4572000" cy="409047"/>
          </a:xfrm>
          <a:custGeom>
            <a:avLst/>
            <a:gdLst>
              <a:gd name="connsiteX0" fmla="*/ 0 w 4572000"/>
              <a:gd name="connsiteY0" fmla="*/ 409047 h 409047"/>
              <a:gd name="connsiteX1" fmla="*/ 1958109 w 4572000"/>
              <a:gd name="connsiteY1" fmla="*/ 39592 h 409047"/>
              <a:gd name="connsiteX2" fmla="*/ 1958109 w 4572000"/>
              <a:gd name="connsiteY2" fmla="*/ 39592 h 409047"/>
              <a:gd name="connsiteX3" fmla="*/ 2706255 w 4572000"/>
              <a:gd name="connsiteY3" fmla="*/ 21119 h 409047"/>
              <a:gd name="connsiteX4" fmla="*/ 4572000 w 4572000"/>
              <a:gd name="connsiteY4" fmla="*/ 372101 h 40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09047">
                <a:moveTo>
                  <a:pt x="0" y="409047"/>
                </a:moveTo>
                <a:lnTo>
                  <a:pt x="1958109" y="39592"/>
                </a:lnTo>
                <a:lnTo>
                  <a:pt x="1958109" y="39592"/>
                </a:lnTo>
                <a:cubicBezTo>
                  <a:pt x="2082800" y="36513"/>
                  <a:pt x="2270607" y="-34299"/>
                  <a:pt x="2706255" y="21119"/>
                </a:cubicBezTo>
                <a:cubicBezTo>
                  <a:pt x="3141903" y="76537"/>
                  <a:pt x="3856951" y="224319"/>
                  <a:pt x="4572000" y="37210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F9059B-486B-B60E-E209-C5C607C198EB}"/>
              </a:ext>
            </a:extLst>
          </p:cNvPr>
          <p:cNvSpPr/>
          <p:nvPr/>
        </p:nvSpPr>
        <p:spPr>
          <a:xfrm>
            <a:off x="5693755" y="-11546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459BE916-CD2D-D72E-7BF0-6E47244B98C4}"/>
              </a:ext>
            </a:extLst>
          </p:cNvPr>
          <p:cNvSpPr/>
          <p:nvPr/>
        </p:nvSpPr>
        <p:spPr>
          <a:xfrm>
            <a:off x="3042250" y="711200"/>
            <a:ext cx="716950" cy="5421745"/>
          </a:xfrm>
          <a:custGeom>
            <a:avLst/>
            <a:gdLst>
              <a:gd name="connsiteX0" fmla="*/ 707714 w 716950"/>
              <a:gd name="connsiteY0" fmla="*/ 0 h 5421745"/>
              <a:gd name="connsiteX1" fmla="*/ 88877 w 716950"/>
              <a:gd name="connsiteY1" fmla="*/ 2207491 h 5421745"/>
              <a:gd name="connsiteX2" fmla="*/ 70405 w 716950"/>
              <a:gd name="connsiteY2" fmla="*/ 2927927 h 5421745"/>
              <a:gd name="connsiteX3" fmla="*/ 716950 w 716950"/>
              <a:gd name="connsiteY3" fmla="*/ 5421745 h 542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6950" h="5421745">
                <a:moveTo>
                  <a:pt x="707714" y="0"/>
                </a:moveTo>
                <a:cubicBezTo>
                  <a:pt x="451404" y="859751"/>
                  <a:pt x="195095" y="1719503"/>
                  <a:pt x="88877" y="2207491"/>
                </a:cubicBezTo>
                <a:cubicBezTo>
                  <a:pt x="-17341" y="2695479"/>
                  <a:pt x="-34274" y="2392218"/>
                  <a:pt x="70405" y="2927927"/>
                </a:cubicBezTo>
                <a:cubicBezTo>
                  <a:pt x="175084" y="3463636"/>
                  <a:pt x="446017" y="4442690"/>
                  <a:pt x="716950" y="542174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66644F3-332F-D0FA-0D18-FE3F8D5631D2}"/>
              </a:ext>
            </a:extLst>
          </p:cNvPr>
          <p:cNvSpPr/>
          <p:nvPr/>
        </p:nvSpPr>
        <p:spPr>
          <a:xfrm>
            <a:off x="2751973" y="2915939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84F76FE-C400-2CAF-57A3-E2068707BFE7}"/>
              </a:ext>
            </a:extLst>
          </p:cNvPr>
          <p:cNvSpPr/>
          <p:nvPr/>
        </p:nvSpPr>
        <p:spPr>
          <a:xfrm>
            <a:off x="9011204" y="600026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5C4521F-6853-C216-16E4-27AABFF01487}"/>
              </a:ext>
            </a:extLst>
          </p:cNvPr>
          <p:cNvCxnSpPr>
            <a:endCxn id="24" idx="2"/>
          </p:cNvCxnSpPr>
          <p:nvPr/>
        </p:nvCxnSpPr>
        <p:spPr>
          <a:xfrm flipV="1">
            <a:off x="8105375" y="960245"/>
            <a:ext cx="905829" cy="46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63F0974B-9532-4CE8-04C2-702BA026DF15}"/>
              </a:ext>
            </a:extLst>
          </p:cNvPr>
          <p:cNvSpPr/>
          <p:nvPr/>
        </p:nvSpPr>
        <p:spPr>
          <a:xfrm>
            <a:off x="9097814" y="3095435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7D7D08B4-CCA6-9944-18D1-40B5C754A9CB}"/>
              </a:ext>
            </a:extLst>
          </p:cNvPr>
          <p:cNvSpPr/>
          <p:nvPr/>
        </p:nvSpPr>
        <p:spPr>
          <a:xfrm>
            <a:off x="7546108" y="2138661"/>
            <a:ext cx="406400" cy="2244522"/>
          </a:xfrm>
          <a:custGeom>
            <a:avLst/>
            <a:gdLst>
              <a:gd name="connsiteX0" fmla="*/ 0 w 406400"/>
              <a:gd name="connsiteY0" fmla="*/ 0 h 3029527"/>
              <a:gd name="connsiteX1" fmla="*/ 406400 w 406400"/>
              <a:gd name="connsiteY1" fmla="*/ 1616364 h 3029527"/>
              <a:gd name="connsiteX2" fmla="*/ 406400 w 406400"/>
              <a:gd name="connsiteY2" fmla="*/ 1616364 h 3029527"/>
              <a:gd name="connsiteX3" fmla="*/ 9236 w 406400"/>
              <a:gd name="connsiteY3" fmla="*/ 3029527 h 302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" h="3029527">
                <a:moveTo>
                  <a:pt x="0" y="0"/>
                </a:moveTo>
                <a:lnTo>
                  <a:pt x="406400" y="1616364"/>
                </a:lnTo>
                <a:lnTo>
                  <a:pt x="406400" y="1616364"/>
                </a:lnTo>
                <a:lnTo>
                  <a:pt x="9236" y="302952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6620358-F0D2-9A73-8469-156CE4177196}"/>
              </a:ext>
            </a:extLst>
          </p:cNvPr>
          <p:cNvCxnSpPr>
            <a:cxnSpLocks/>
          </p:cNvCxnSpPr>
          <p:nvPr/>
        </p:nvCxnSpPr>
        <p:spPr>
          <a:xfrm>
            <a:off x="7952508" y="3309013"/>
            <a:ext cx="1206477" cy="130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2765DE-4342-60AE-5A3C-078738091F26}"/>
              </a:ext>
            </a:extLst>
          </p:cNvPr>
          <p:cNvCxnSpPr>
            <a:cxnSpLocks/>
          </p:cNvCxnSpPr>
          <p:nvPr/>
        </p:nvCxnSpPr>
        <p:spPr>
          <a:xfrm>
            <a:off x="8174181" y="5804422"/>
            <a:ext cx="1206477" cy="130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52DC49B9-F846-190F-E248-1BDF3B7A6F4A}"/>
              </a:ext>
            </a:extLst>
          </p:cNvPr>
          <p:cNvSpPr/>
          <p:nvPr/>
        </p:nvSpPr>
        <p:spPr>
          <a:xfrm>
            <a:off x="9245600" y="5591781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41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26BC74-3314-CEE6-4466-E5F55CD6E75F}"/>
              </a:ext>
            </a:extLst>
          </p:cNvPr>
          <p:cNvSpPr/>
          <p:nvPr/>
        </p:nvSpPr>
        <p:spPr>
          <a:xfrm>
            <a:off x="3759199" y="708891"/>
            <a:ext cx="4553527" cy="5440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7EAF7C3-9054-B8A6-926B-80BB691CE2A2}"/>
              </a:ext>
            </a:extLst>
          </p:cNvPr>
          <p:cNvSpPr/>
          <p:nvPr/>
        </p:nvSpPr>
        <p:spPr>
          <a:xfrm>
            <a:off x="7453746" y="822036"/>
            <a:ext cx="674256" cy="6188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십자형 3">
            <a:extLst>
              <a:ext uri="{FF2B5EF4-FFF2-40B4-BE49-F238E27FC236}">
                <a16:creationId xmlns:a16="http://schemas.microsoft.com/office/drawing/2014/main" id="{5EE39F31-7E23-E05E-F94E-73BAC40DC4E0}"/>
              </a:ext>
            </a:extLst>
          </p:cNvPr>
          <p:cNvSpPr/>
          <p:nvPr/>
        </p:nvSpPr>
        <p:spPr>
          <a:xfrm rot="2810567">
            <a:off x="7564584" y="907092"/>
            <a:ext cx="452582" cy="437891"/>
          </a:xfrm>
          <a:prstGeom prst="plus">
            <a:avLst>
              <a:gd name="adj" fmla="val 318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F1EB6D02-01E2-2872-4CAB-9EEC7D1E0821}"/>
              </a:ext>
            </a:extLst>
          </p:cNvPr>
          <p:cNvSpPr/>
          <p:nvPr/>
        </p:nvSpPr>
        <p:spPr>
          <a:xfrm>
            <a:off x="3740727" y="320626"/>
            <a:ext cx="4572000" cy="409047"/>
          </a:xfrm>
          <a:custGeom>
            <a:avLst/>
            <a:gdLst>
              <a:gd name="connsiteX0" fmla="*/ 0 w 4572000"/>
              <a:gd name="connsiteY0" fmla="*/ 409047 h 409047"/>
              <a:gd name="connsiteX1" fmla="*/ 1958109 w 4572000"/>
              <a:gd name="connsiteY1" fmla="*/ 39592 h 409047"/>
              <a:gd name="connsiteX2" fmla="*/ 1958109 w 4572000"/>
              <a:gd name="connsiteY2" fmla="*/ 39592 h 409047"/>
              <a:gd name="connsiteX3" fmla="*/ 2706255 w 4572000"/>
              <a:gd name="connsiteY3" fmla="*/ 21119 h 409047"/>
              <a:gd name="connsiteX4" fmla="*/ 4572000 w 4572000"/>
              <a:gd name="connsiteY4" fmla="*/ 372101 h 40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09047">
                <a:moveTo>
                  <a:pt x="0" y="409047"/>
                </a:moveTo>
                <a:lnTo>
                  <a:pt x="1958109" y="39592"/>
                </a:lnTo>
                <a:lnTo>
                  <a:pt x="1958109" y="39592"/>
                </a:lnTo>
                <a:cubicBezTo>
                  <a:pt x="2082800" y="36513"/>
                  <a:pt x="2270607" y="-34299"/>
                  <a:pt x="2706255" y="21119"/>
                </a:cubicBezTo>
                <a:cubicBezTo>
                  <a:pt x="3141903" y="76537"/>
                  <a:pt x="3856951" y="224319"/>
                  <a:pt x="4572000" y="37210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65A7489-96C7-E8B4-17AC-0D2E0D421B86}"/>
              </a:ext>
            </a:extLst>
          </p:cNvPr>
          <p:cNvSpPr/>
          <p:nvPr/>
        </p:nvSpPr>
        <p:spPr>
          <a:xfrm>
            <a:off x="5693755" y="-11546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86008CB0-8D4D-1CB4-99DF-22777D26A5CE}"/>
              </a:ext>
            </a:extLst>
          </p:cNvPr>
          <p:cNvSpPr/>
          <p:nvPr/>
        </p:nvSpPr>
        <p:spPr>
          <a:xfrm>
            <a:off x="3042250" y="711200"/>
            <a:ext cx="716950" cy="5421745"/>
          </a:xfrm>
          <a:custGeom>
            <a:avLst/>
            <a:gdLst>
              <a:gd name="connsiteX0" fmla="*/ 707714 w 716950"/>
              <a:gd name="connsiteY0" fmla="*/ 0 h 5421745"/>
              <a:gd name="connsiteX1" fmla="*/ 88877 w 716950"/>
              <a:gd name="connsiteY1" fmla="*/ 2207491 h 5421745"/>
              <a:gd name="connsiteX2" fmla="*/ 70405 w 716950"/>
              <a:gd name="connsiteY2" fmla="*/ 2927927 h 5421745"/>
              <a:gd name="connsiteX3" fmla="*/ 716950 w 716950"/>
              <a:gd name="connsiteY3" fmla="*/ 5421745 h 542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6950" h="5421745">
                <a:moveTo>
                  <a:pt x="707714" y="0"/>
                </a:moveTo>
                <a:cubicBezTo>
                  <a:pt x="451404" y="859751"/>
                  <a:pt x="195095" y="1719503"/>
                  <a:pt x="88877" y="2207491"/>
                </a:cubicBezTo>
                <a:cubicBezTo>
                  <a:pt x="-17341" y="2695479"/>
                  <a:pt x="-34274" y="2392218"/>
                  <a:pt x="70405" y="2927927"/>
                </a:cubicBezTo>
                <a:cubicBezTo>
                  <a:pt x="175084" y="3463636"/>
                  <a:pt x="446017" y="4442690"/>
                  <a:pt x="716950" y="542174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27ADCCC-E2B6-7D77-6A3B-A0167E206D33}"/>
              </a:ext>
            </a:extLst>
          </p:cNvPr>
          <p:cNvSpPr/>
          <p:nvPr/>
        </p:nvSpPr>
        <p:spPr>
          <a:xfrm>
            <a:off x="2751973" y="2915939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59A91C0-FA28-47D6-6446-580328C7B31C}"/>
              </a:ext>
            </a:extLst>
          </p:cNvPr>
          <p:cNvSpPr/>
          <p:nvPr/>
        </p:nvSpPr>
        <p:spPr>
          <a:xfrm>
            <a:off x="9011204" y="600026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A29BEF3-9170-3A66-F225-A26E7BA4F1D8}"/>
              </a:ext>
            </a:extLst>
          </p:cNvPr>
          <p:cNvCxnSpPr>
            <a:endCxn id="25" idx="2"/>
          </p:cNvCxnSpPr>
          <p:nvPr/>
        </p:nvCxnSpPr>
        <p:spPr>
          <a:xfrm flipV="1">
            <a:off x="8105375" y="960245"/>
            <a:ext cx="905829" cy="46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BC71F62-090D-CFD9-4B59-A2988767BC47}"/>
              </a:ext>
            </a:extLst>
          </p:cNvPr>
          <p:cNvGrpSpPr/>
          <p:nvPr/>
        </p:nvGrpSpPr>
        <p:grpSpPr>
          <a:xfrm>
            <a:off x="4530666" y="2146437"/>
            <a:ext cx="3001818" cy="629669"/>
            <a:chOff x="4572000" y="1662545"/>
            <a:chExt cx="3001818" cy="629669"/>
          </a:xfrm>
        </p:grpSpPr>
        <p:sp>
          <p:nvSpPr>
            <p:cNvPr id="41" name="순서도: 처리 40">
              <a:extLst>
                <a:ext uri="{FF2B5EF4-FFF2-40B4-BE49-F238E27FC236}">
                  <a16:creationId xmlns:a16="http://schemas.microsoft.com/office/drawing/2014/main" id="{6729C557-05D0-1372-18E4-D495357CEBBB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3A3887D-CE45-9104-3E4C-07EC0D0094EA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3151EE5-88D5-D67D-77CD-D71F1F9579ED}"/>
              </a:ext>
            </a:extLst>
          </p:cNvPr>
          <p:cNvGrpSpPr/>
          <p:nvPr/>
        </p:nvGrpSpPr>
        <p:grpSpPr>
          <a:xfrm>
            <a:off x="4530666" y="2953243"/>
            <a:ext cx="3001818" cy="629669"/>
            <a:chOff x="4572000" y="1662545"/>
            <a:chExt cx="3001818" cy="629669"/>
          </a:xfrm>
        </p:grpSpPr>
        <p:sp>
          <p:nvSpPr>
            <p:cNvPr id="44" name="순서도: 처리 43">
              <a:extLst>
                <a:ext uri="{FF2B5EF4-FFF2-40B4-BE49-F238E27FC236}">
                  <a16:creationId xmlns:a16="http://schemas.microsoft.com/office/drawing/2014/main" id="{650369D3-48EB-0C3F-5C41-48A83CA3CB5D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E6538A6-B1E9-0CE5-FEEF-B8DC537121E8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저장 후 탐사 포기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4105C8-6A3A-5F35-BDDC-002F40A0F6F9}"/>
              </a:ext>
            </a:extLst>
          </p:cNvPr>
          <p:cNvGrpSpPr/>
          <p:nvPr/>
        </p:nvGrpSpPr>
        <p:grpSpPr>
          <a:xfrm>
            <a:off x="4557914" y="3760049"/>
            <a:ext cx="3001818" cy="629669"/>
            <a:chOff x="4572000" y="1662545"/>
            <a:chExt cx="3001818" cy="629669"/>
          </a:xfrm>
        </p:grpSpPr>
        <p:sp>
          <p:nvSpPr>
            <p:cNvPr id="47" name="순서도: 처리 46">
              <a:extLst>
                <a:ext uri="{FF2B5EF4-FFF2-40B4-BE49-F238E27FC236}">
                  <a16:creationId xmlns:a16="http://schemas.microsoft.com/office/drawing/2014/main" id="{E8173224-8808-3A05-509A-A4EFEEA07788}"/>
                </a:ext>
              </a:extLst>
            </p:cNvPr>
            <p:cNvSpPr/>
            <p:nvPr/>
          </p:nvSpPr>
          <p:spPr>
            <a:xfrm>
              <a:off x="4572000" y="1662545"/>
              <a:ext cx="3001818" cy="62966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987CBB3-DA48-80C9-57CE-DAE52A70FF6E}"/>
                </a:ext>
              </a:extLst>
            </p:cNvPr>
            <p:cNvSpPr txBox="1"/>
            <p:nvPr/>
          </p:nvSpPr>
          <p:spPr>
            <a:xfrm>
              <a:off x="4723939" y="1792713"/>
              <a:ext cx="2752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저장 후 게임 종료</a:t>
              </a: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17BF3D8A-95AF-D021-9CE1-FFDA12F48AE7}"/>
              </a:ext>
            </a:extLst>
          </p:cNvPr>
          <p:cNvSpPr/>
          <p:nvPr/>
        </p:nvSpPr>
        <p:spPr>
          <a:xfrm>
            <a:off x="9273309" y="2953243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99F3ABA4-B133-D6EB-5FB2-8A65B906845D}"/>
              </a:ext>
            </a:extLst>
          </p:cNvPr>
          <p:cNvSpPr/>
          <p:nvPr/>
        </p:nvSpPr>
        <p:spPr>
          <a:xfrm>
            <a:off x="7539296" y="2130273"/>
            <a:ext cx="472211" cy="2259445"/>
          </a:xfrm>
          <a:custGeom>
            <a:avLst/>
            <a:gdLst>
              <a:gd name="connsiteX0" fmla="*/ 0 w 472211"/>
              <a:gd name="connsiteY0" fmla="*/ 0 h 3870036"/>
              <a:gd name="connsiteX1" fmla="*/ 434109 w 472211"/>
              <a:gd name="connsiteY1" fmla="*/ 1690254 h 3870036"/>
              <a:gd name="connsiteX2" fmla="*/ 434109 w 472211"/>
              <a:gd name="connsiteY2" fmla="*/ 1690254 h 3870036"/>
              <a:gd name="connsiteX3" fmla="*/ 443345 w 472211"/>
              <a:gd name="connsiteY3" fmla="*/ 2392218 h 3870036"/>
              <a:gd name="connsiteX4" fmla="*/ 18472 w 472211"/>
              <a:gd name="connsiteY4" fmla="*/ 3870036 h 387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211" h="3870036">
                <a:moveTo>
                  <a:pt x="0" y="0"/>
                </a:moveTo>
                <a:lnTo>
                  <a:pt x="434109" y="1690254"/>
                </a:lnTo>
                <a:lnTo>
                  <a:pt x="434109" y="1690254"/>
                </a:lnTo>
                <a:cubicBezTo>
                  <a:pt x="435648" y="1807248"/>
                  <a:pt x="512618" y="2028921"/>
                  <a:pt x="443345" y="2392218"/>
                </a:cubicBezTo>
                <a:cubicBezTo>
                  <a:pt x="374072" y="2755515"/>
                  <a:pt x="196272" y="3312775"/>
                  <a:pt x="18472" y="387003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31D1093-B7F3-1D00-F532-2CB0BB7A9886}"/>
              </a:ext>
            </a:extLst>
          </p:cNvPr>
          <p:cNvCxnSpPr>
            <a:cxnSpLocks/>
          </p:cNvCxnSpPr>
          <p:nvPr/>
        </p:nvCxnSpPr>
        <p:spPr>
          <a:xfrm flipV="1">
            <a:off x="7997192" y="3268077"/>
            <a:ext cx="1276117" cy="81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D4F1760-5FC1-A00D-E9B6-D75D0B890BCA}"/>
              </a:ext>
            </a:extLst>
          </p:cNvPr>
          <p:cNvCxnSpPr>
            <a:cxnSpLocks/>
          </p:cNvCxnSpPr>
          <p:nvPr/>
        </p:nvCxnSpPr>
        <p:spPr>
          <a:xfrm>
            <a:off x="8174181" y="5804422"/>
            <a:ext cx="1206477" cy="130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85E9BCF7-7C54-1F59-3374-6F070C8EA78F}"/>
              </a:ext>
            </a:extLst>
          </p:cNvPr>
          <p:cNvSpPr/>
          <p:nvPr/>
        </p:nvSpPr>
        <p:spPr>
          <a:xfrm>
            <a:off x="9245600" y="5591781"/>
            <a:ext cx="738909" cy="7204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96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27</Words>
  <Application>Microsoft Office PowerPoint</Application>
  <PresentationFormat>와이드스크린</PresentationFormat>
  <Paragraphs>17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4</cp:revision>
  <dcterms:created xsi:type="dcterms:W3CDTF">2025-10-09T09:48:24Z</dcterms:created>
  <dcterms:modified xsi:type="dcterms:W3CDTF">2025-10-16T07:17:41Z</dcterms:modified>
</cp:coreProperties>
</file>