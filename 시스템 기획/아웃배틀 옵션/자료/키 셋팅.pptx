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B265-2186-6C42-180E-72B6C986E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45FC46-D59D-EC3C-8A6B-49D10926D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EE1C-B4D6-0822-9D43-E7787C19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8944-42AE-135D-1847-70947A7C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E4069-E23C-C88C-9945-198F5B94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9A8C8-4005-BF44-106B-A6A0D791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A461D-C205-B96B-243B-7F7E467A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6E7FF-7D18-5150-0446-AB97F6D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DF351-354E-1D0D-AC2C-07785F51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0C4DE-BBE4-F607-A140-22EB829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7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55A64-5061-A13A-E14D-92BE55D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12DCA-09A7-EEF4-FAFF-0A3C0CD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4FF8-8456-F342-B225-9F9A36FB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A23DB-2E84-706F-B090-FC161DB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2B766-32BC-8016-CC0D-73D0119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6135-D91D-29EC-0536-2FCC5D75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AB357-E01D-A07A-F84D-B8C6FE219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44E89-E859-36D1-F41E-4C4152D9A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9A900-F0A3-7F51-8EAB-F227965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9B1A3-787E-3154-7A46-6462E6CD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166C8-9696-058E-2D56-9F24398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1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776B-30FA-4704-72E9-EC86752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A098A-155E-336D-8562-3D909969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BB61A-9CE5-B8E1-1419-FBBD63DB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5FD0C-1283-7E65-BED9-0B8FB487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FACB7-EFF9-3EEC-4424-86D6D492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DFA6C-3AF0-75A4-FAC9-FE353412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9061-8E30-53E0-15CC-6849D155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FBDB77-DC2D-9E6F-E690-966C358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0A31-75BD-A321-A5C1-1743835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5355E-CF92-F448-C6FA-202999EF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813C6-7952-4E1F-B86D-00015CC7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5C7C2-8CE8-7380-4239-7CE0A943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D8DAD8-4FC4-25B0-B5B6-B797B5CA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6F8AB-37CD-5166-6900-0173BDD8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9D7FF1-AF2A-11F1-99DA-8833E6E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F5832-6EED-8176-B5F8-EA9F85B9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5D080-75D0-F1EB-99A8-0793A40E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7728-A5F1-8A98-2671-096213F01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28A4F-E0CC-BA9A-663D-C5E646B0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988B1-C179-0D71-96E2-459C5CB8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E7BBD-9865-C213-2DD8-AABF42C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7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0636-68C3-19FA-88D5-78B3FB9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48F258-8335-DDDC-54C3-D3EF6D54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67010-A622-9A51-8553-735D174E8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C7A46-E237-DC84-CE1C-4DC24EC0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FA1EE-518F-E851-4DD2-D824F03E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C9FED-8E58-E4E1-3490-4C56172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C2EB-AC70-81C6-F3FD-DC61202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32D0C-DEE0-81DD-F8FA-802D830E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EE729-501A-C39D-1C41-5A7532DC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F7CE7-DD4F-9AE3-F09C-D2AD323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8B288-0EF9-61CF-9D68-738EE6E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5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858D1-8E78-E20B-97C1-9EC687CD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E5466-A9A8-A0EC-2F35-41FE0A5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E889C-7F39-9AB5-5CCF-2633B587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E016-38E1-D3DA-0751-8CE6FD85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C3DD6-0E3C-8CBF-6901-98F7D76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8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DACA9D-94EC-0D25-CA4E-A918908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EC479-7DE9-5EEC-AAD8-6C753807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3C09-5003-6BA4-C231-E2118C47E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E9A6E-6604-0AD2-DC90-0238DB6D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6082D-0E99-EB7E-51A8-0F0FB88ED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E765CB7-0EF7-EFB7-C94C-A5C19DEA86D1}"/>
              </a:ext>
            </a:extLst>
          </p:cNvPr>
          <p:cNvGrpSpPr/>
          <p:nvPr/>
        </p:nvGrpSpPr>
        <p:grpSpPr>
          <a:xfrm>
            <a:off x="2481279" y="1052945"/>
            <a:ext cx="1625602" cy="629669"/>
            <a:chOff x="4572000" y="1662545"/>
            <a:chExt cx="3001818" cy="629669"/>
          </a:xfrm>
        </p:grpSpPr>
        <p:sp>
          <p:nvSpPr>
            <p:cNvPr id="6" name="순서도: 처리 5">
              <a:extLst>
                <a:ext uri="{FF2B5EF4-FFF2-40B4-BE49-F238E27FC236}">
                  <a16:creationId xmlns:a16="http://schemas.microsoft.com/office/drawing/2014/main" id="{613011BC-6790-362A-4FDC-AED936A838F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37CC9C-D954-DCDC-6A26-8BC2BB9385BA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키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08E6B3F-0B51-F93D-F640-84BAD17B3455}"/>
              </a:ext>
            </a:extLst>
          </p:cNvPr>
          <p:cNvGrpSpPr/>
          <p:nvPr/>
        </p:nvGrpSpPr>
        <p:grpSpPr>
          <a:xfrm>
            <a:off x="2464800" y="1909468"/>
            <a:ext cx="1625602" cy="629669"/>
            <a:chOff x="4572000" y="1662545"/>
            <a:chExt cx="3001818" cy="629669"/>
          </a:xfrm>
        </p:grpSpPr>
        <p:sp>
          <p:nvSpPr>
            <p:cNvPr id="17" name="순서도: 처리 16">
              <a:extLst>
                <a:ext uri="{FF2B5EF4-FFF2-40B4-BE49-F238E27FC236}">
                  <a16:creationId xmlns:a16="http://schemas.microsoft.com/office/drawing/2014/main" id="{F405A8D0-A606-DDF1-1C69-2CB989B8FF2D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BD6253-01CA-740A-B930-517E5B816A74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확정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D67A536-5578-9C2B-8A94-5E910091D0D1}"/>
              </a:ext>
            </a:extLst>
          </p:cNvPr>
          <p:cNvSpPr/>
          <p:nvPr/>
        </p:nvSpPr>
        <p:spPr>
          <a:xfrm>
            <a:off x="4702254" y="1864083"/>
            <a:ext cx="2068946" cy="720437"/>
          </a:xfrm>
          <a:prstGeom prst="roundRect">
            <a:avLst>
              <a:gd name="adj" fmla="val 294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Enter</a:t>
            </a:r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9F4C08A-1651-AD08-8D1B-28F6456D669F}"/>
              </a:ext>
            </a:extLst>
          </p:cNvPr>
          <p:cNvGrpSpPr/>
          <p:nvPr/>
        </p:nvGrpSpPr>
        <p:grpSpPr>
          <a:xfrm>
            <a:off x="4796322" y="1052944"/>
            <a:ext cx="1847274" cy="629669"/>
            <a:chOff x="4572000" y="1662545"/>
            <a:chExt cx="3001818" cy="629669"/>
          </a:xfrm>
        </p:grpSpPr>
        <p:sp>
          <p:nvSpPr>
            <p:cNvPr id="21" name="순서도: 처리 20">
              <a:extLst>
                <a:ext uri="{FF2B5EF4-FFF2-40B4-BE49-F238E27FC236}">
                  <a16:creationId xmlns:a16="http://schemas.microsoft.com/office/drawing/2014/main" id="{57FFAA8C-151F-F664-73F2-66AC70A322FB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289307-2D20-6BCC-D32D-209E51807E96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주 키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F219FED-79FF-20A8-B9D8-65217B6EECE8}"/>
              </a:ext>
            </a:extLst>
          </p:cNvPr>
          <p:cNvGrpSpPr/>
          <p:nvPr/>
        </p:nvGrpSpPr>
        <p:grpSpPr>
          <a:xfrm>
            <a:off x="7493341" y="1052943"/>
            <a:ext cx="1847274" cy="629669"/>
            <a:chOff x="4572000" y="1662545"/>
            <a:chExt cx="3001818" cy="629669"/>
          </a:xfrm>
        </p:grpSpPr>
        <p:sp>
          <p:nvSpPr>
            <p:cNvPr id="27" name="순서도: 처리 26">
              <a:extLst>
                <a:ext uri="{FF2B5EF4-FFF2-40B4-BE49-F238E27FC236}">
                  <a16:creationId xmlns:a16="http://schemas.microsoft.com/office/drawing/2014/main" id="{0497BB1F-D6C7-444C-8507-BE534B7B2437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DAD8C93-F3E6-8135-A984-835C24608218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보조 키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3DC913E-F1A0-9606-F62C-0DBBEA21A05B}"/>
              </a:ext>
            </a:extLst>
          </p:cNvPr>
          <p:cNvSpPr/>
          <p:nvPr/>
        </p:nvSpPr>
        <p:spPr>
          <a:xfrm>
            <a:off x="7382505" y="1864082"/>
            <a:ext cx="2068946" cy="720437"/>
          </a:xfrm>
          <a:prstGeom prst="roundRect">
            <a:avLst>
              <a:gd name="adj" fmla="val 294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키 바인딩 버튼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B3B1B01-7569-5B0A-B484-4C28340F6A41}"/>
              </a:ext>
            </a:extLst>
          </p:cNvPr>
          <p:cNvGrpSpPr/>
          <p:nvPr/>
        </p:nvGrpSpPr>
        <p:grpSpPr>
          <a:xfrm>
            <a:off x="2464800" y="2753948"/>
            <a:ext cx="1625602" cy="629669"/>
            <a:chOff x="4572000" y="1662545"/>
            <a:chExt cx="3001818" cy="629669"/>
          </a:xfrm>
        </p:grpSpPr>
        <p:sp>
          <p:nvSpPr>
            <p:cNvPr id="48" name="순서도: 처리 47">
              <a:extLst>
                <a:ext uri="{FF2B5EF4-FFF2-40B4-BE49-F238E27FC236}">
                  <a16:creationId xmlns:a16="http://schemas.microsoft.com/office/drawing/2014/main" id="{9FB6C20E-0438-BAEA-1879-3307182A4D53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2592023-5D17-A50E-2853-FD63489D7828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턴 넘기기</a:t>
              </a:r>
            </a:p>
          </p:txBody>
        </p:sp>
      </p:grp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E24B6C8-6826-3E47-DFF7-ADD418104395}"/>
              </a:ext>
            </a:extLst>
          </p:cNvPr>
          <p:cNvSpPr/>
          <p:nvPr/>
        </p:nvSpPr>
        <p:spPr>
          <a:xfrm>
            <a:off x="4702254" y="2708563"/>
            <a:ext cx="2068946" cy="720437"/>
          </a:xfrm>
          <a:prstGeom prst="roundRect">
            <a:avLst>
              <a:gd name="adj" fmla="val 294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P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FBEF43E-6963-05F7-0BEC-5DB2F15A7B54}"/>
              </a:ext>
            </a:extLst>
          </p:cNvPr>
          <p:cNvSpPr/>
          <p:nvPr/>
        </p:nvSpPr>
        <p:spPr>
          <a:xfrm>
            <a:off x="7382505" y="2708562"/>
            <a:ext cx="2068946" cy="720437"/>
          </a:xfrm>
          <a:prstGeom prst="roundRect">
            <a:avLst>
              <a:gd name="adj" fmla="val 294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키 바인딩 버튼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2FCB7D-76D6-13B9-F0FF-0392279424F1}"/>
              </a:ext>
            </a:extLst>
          </p:cNvPr>
          <p:cNvSpPr txBox="1"/>
          <p:nvPr/>
        </p:nvSpPr>
        <p:spPr>
          <a:xfrm>
            <a:off x="5334945" y="3490367"/>
            <a:ext cx="8035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.</a:t>
            </a:r>
          </a:p>
          <a:p>
            <a:pPr algn="ctr"/>
            <a:r>
              <a:rPr lang="en-US" altLang="ko-KR" sz="3200" b="1"/>
              <a:t>.</a:t>
            </a:r>
          </a:p>
          <a:p>
            <a:pPr algn="ctr"/>
            <a:r>
              <a:rPr lang="en-US" altLang="ko-KR" sz="3200" b="1"/>
              <a:t>.</a:t>
            </a:r>
          </a:p>
          <a:p>
            <a:pPr algn="ctr"/>
            <a:r>
              <a:rPr lang="en-US" altLang="ko-KR" sz="3200" b="1"/>
              <a:t>.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7FD0855-D2DE-A31F-DE1B-09C1F63B4252}"/>
              </a:ext>
            </a:extLst>
          </p:cNvPr>
          <p:cNvGrpSpPr/>
          <p:nvPr/>
        </p:nvGrpSpPr>
        <p:grpSpPr>
          <a:xfrm>
            <a:off x="2464800" y="5597856"/>
            <a:ext cx="1625602" cy="629669"/>
            <a:chOff x="4572000" y="1662545"/>
            <a:chExt cx="3001818" cy="629669"/>
          </a:xfrm>
        </p:grpSpPr>
        <p:sp>
          <p:nvSpPr>
            <p:cNvPr id="54" name="순서도: 처리 53">
              <a:extLst>
                <a:ext uri="{FF2B5EF4-FFF2-40B4-BE49-F238E27FC236}">
                  <a16:creationId xmlns:a16="http://schemas.microsoft.com/office/drawing/2014/main" id="{258DD849-743D-1B3F-E8D4-411B35573239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83757D-957A-5E03-E4BE-E145DEED7FA9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상호작용</a:t>
              </a:r>
            </a:p>
          </p:txBody>
        </p:sp>
      </p:grp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6CEB96B-0870-9DD3-AEF3-F12211DC108E}"/>
              </a:ext>
            </a:extLst>
          </p:cNvPr>
          <p:cNvSpPr/>
          <p:nvPr/>
        </p:nvSpPr>
        <p:spPr>
          <a:xfrm>
            <a:off x="4702254" y="5552471"/>
            <a:ext cx="2068946" cy="720437"/>
          </a:xfrm>
          <a:prstGeom prst="roundRect">
            <a:avLst>
              <a:gd name="adj" fmla="val 294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G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E2ACACE-7168-B8D4-1D88-333B482D207A}"/>
              </a:ext>
            </a:extLst>
          </p:cNvPr>
          <p:cNvSpPr/>
          <p:nvPr/>
        </p:nvSpPr>
        <p:spPr>
          <a:xfrm>
            <a:off x="7382505" y="5552470"/>
            <a:ext cx="2068946" cy="720437"/>
          </a:xfrm>
          <a:prstGeom prst="roundRect">
            <a:avLst>
              <a:gd name="adj" fmla="val 294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키 바인딩 버튼</a:t>
            </a:r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590EB1B4-5F43-FA3D-0B19-AA9813D1A4EF}"/>
              </a:ext>
            </a:extLst>
          </p:cNvPr>
          <p:cNvSpPr/>
          <p:nvPr/>
        </p:nvSpPr>
        <p:spPr>
          <a:xfrm>
            <a:off x="2105779" y="1080655"/>
            <a:ext cx="461930" cy="588118"/>
          </a:xfrm>
          <a:custGeom>
            <a:avLst/>
            <a:gdLst>
              <a:gd name="connsiteX0" fmla="*/ 378803 w 461930"/>
              <a:gd name="connsiteY0" fmla="*/ 0 h 588118"/>
              <a:gd name="connsiteX1" fmla="*/ 83239 w 461930"/>
              <a:gd name="connsiteY1" fmla="*/ 277090 h 588118"/>
              <a:gd name="connsiteX2" fmla="*/ 83239 w 461930"/>
              <a:gd name="connsiteY2" fmla="*/ 277090 h 588118"/>
              <a:gd name="connsiteX3" fmla="*/ 18585 w 461930"/>
              <a:gd name="connsiteY3" fmla="*/ 563418 h 588118"/>
              <a:gd name="connsiteX4" fmla="*/ 461930 w 461930"/>
              <a:gd name="connsiteY4" fmla="*/ 554181 h 58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930" h="588118">
                <a:moveTo>
                  <a:pt x="378803" y="0"/>
                </a:moveTo>
                <a:lnTo>
                  <a:pt x="83239" y="277090"/>
                </a:lnTo>
                <a:lnTo>
                  <a:pt x="83239" y="277090"/>
                </a:lnTo>
                <a:cubicBezTo>
                  <a:pt x="72463" y="324811"/>
                  <a:pt x="-44530" y="517236"/>
                  <a:pt x="18585" y="563418"/>
                </a:cubicBezTo>
                <a:cubicBezTo>
                  <a:pt x="81700" y="609600"/>
                  <a:pt x="271815" y="581890"/>
                  <a:pt x="461930" y="55418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F9059B-486B-B60E-E209-C5C607C198EB}"/>
              </a:ext>
            </a:extLst>
          </p:cNvPr>
          <p:cNvSpPr/>
          <p:nvPr/>
        </p:nvSpPr>
        <p:spPr>
          <a:xfrm>
            <a:off x="1436444" y="1143645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DAFB7EF6-C432-0474-0B4B-C3F5B54B26BC}"/>
              </a:ext>
            </a:extLst>
          </p:cNvPr>
          <p:cNvSpPr/>
          <p:nvPr/>
        </p:nvSpPr>
        <p:spPr>
          <a:xfrm>
            <a:off x="1838602" y="1911927"/>
            <a:ext cx="636743" cy="4315598"/>
          </a:xfrm>
          <a:custGeom>
            <a:avLst/>
            <a:gdLst>
              <a:gd name="connsiteX0" fmla="*/ 636743 w 636743"/>
              <a:gd name="connsiteY0" fmla="*/ 0 h 3666837"/>
              <a:gd name="connsiteX1" fmla="*/ 64089 w 636743"/>
              <a:gd name="connsiteY1" fmla="*/ 877455 h 3666837"/>
              <a:gd name="connsiteX2" fmla="*/ 64089 w 636743"/>
              <a:gd name="connsiteY2" fmla="*/ 877455 h 3666837"/>
              <a:gd name="connsiteX3" fmla="*/ 36380 w 636743"/>
              <a:gd name="connsiteY3" fmla="*/ 2632364 h 3666837"/>
              <a:gd name="connsiteX4" fmla="*/ 627507 w 636743"/>
              <a:gd name="connsiteY4" fmla="*/ 3666837 h 3666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6743" h="3666837">
                <a:moveTo>
                  <a:pt x="636743" y="0"/>
                </a:moveTo>
                <a:lnTo>
                  <a:pt x="64089" y="877455"/>
                </a:lnTo>
                <a:lnTo>
                  <a:pt x="64089" y="877455"/>
                </a:lnTo>
                <a:cubicBezTo>
                  <a:pt x="59471" y="1169940"/>
                  <a:pt x="-57523" y="2167467"/>
                  <a:pt x="36380" y="2632364"/>
                </a:cubicBezTo>
                <a:cubicBezTo>
                  <a:pt x="130283" y="3097261"/>
                  <a:pt x="378895" y="3382049"/>
                  <a:pt x="627507" y="366683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487A0A7-416C-1D2E-12BF-E4030F96EE86}"/>
              </a:ext>
            </a:extLst>
          </p:cNvPr>
          <p:cNvSpPr/>
          <p:nvPr/>
        </p:nvSpPr>
        <p:spPr>
          <a:xfrm>
            <a:off x="1205911" y="3709507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41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27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8</cp:revision>
  <dcterms:created xsi:type="dcterms:W3CDTF">2025-10-09T09:48:24Z</dcterms:created>
  <dcterms:modified xsi:type="dcterms:W3CDTF">2025-10-10T18:30:20Z</dcterms:modified>
</cp:coreProperties>
</file>