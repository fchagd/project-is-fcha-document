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06B265-2186-6C42-180E-72B6C986E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45FC46-D59D-EC3C-8A6B-49D10926D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75EE1C-B4D6-0822-9D43-E7787C19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A8944-42AE-135D-1847-70947A7CB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BE4069-E23C-C88C-9945-198F5B94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0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9A8C8-4005-BF44-106B-A6A0D7918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A461D-C205-B96B-243B-7F7E467AC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66E7FF-7D18-5150-0446-AB97F6D65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DF351-354E-1D0D-AC2C-07785F51E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F0C4DE-BBE4-F607-A140-22EB8294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17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55A64-5061-A13A-E14D-92BE55DC3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012DCA-09A7-EEF4-FAFF-0A3C0CD34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B4FF8-8456-F342-B225-9F9A36FB8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7A23DB-2E84-706F-B090-FC161DB3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C2B766-32BC-8016-CC0D-73D0119F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56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16135-D91D-29EC-0536-2FCC5D75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CAB357-E01D-A07A-F84D-B8C6FE219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344E89-E859-36D1-F41E-4C4152D9A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09A900-F0A3-7F51-8EAB-F22796586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39B1A3-787E-3154-7A46-6462E6CD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166C8-9696-058E-2D56-9F243986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31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4776B-30FA-4704-72E9-EC867524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AA098A-155E-336D-8562-3D9099695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7BB61A-9CE5-B8E1-1419-FBBD63DBC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B5FD0C-1283-7E65-BED9-0B8FB487C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1FACB7-EFF9-3EEC-4424-86D6D4927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8DFA6C-3AF0-75A4-FAC9-FE3534129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B79061-8E30-53E0-15CC-6849D1555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0FBDB77-DC2D-9E6F-E690-966C358E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937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60A31-75BD-A321-A5C1-17438354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65355E-CF92-F448-C6FA-202999EF2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5813C6-7952-4E1F-B86D-00015CC7A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C5C7C2-8CE8-7380-4239-7CE0A943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148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D8DAD8-4FC4-25B0-B5B6-B797B5CA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16F8AB-37CD-5166-6900-0173BDD8D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9D7FF1-AF2A-11F1-99DA-8833E6E5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33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F5832-6EED-8176-B5F8-EA9F85B9C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95D080-75D0-F1EB-99A8-0793A40E6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207728-A5F1-8A98-2671-096213F01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C28A4F-E0CC-BA9A-663D-C5E646B0B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D988B1-C179-0D71-96E2-459C5CB8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BE7BBD-9865-C213-2DD8-AABF42C7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570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A0636-68C3-19FA-88D5-78B3FB9D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48F258-8335-DDDC-54C3-D3EF6D541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367010-A622-9A51-8553-735D174E8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CC7A46-E237-DC84-CE1C-4DC24EC0C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DFA1EE-518F-E851-4DD2-D824F03E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8C9FED-8E58-E4E1-3490-4C56172B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807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A9C2EB-AC70-81C6-F3FD-DC61202A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F32D0C-DEE0-81DD-F8FA-802D830EC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EE729-501A-C39D-1C41-5A7532DC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6F7CE7-DD4F-9AE3-F09C-D2AD323D1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88B288-0EF9-61CF-9D68-738EE6E6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255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F858D1-8E78-E20B-97C1-9EC687CD7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E5466-A9A8-A0EC-2F35-41FE0A572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AE889C-7F39-9AB5-5CCF-2633B587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3BE016-38E1-D3DA-0751-8CE6FD85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C3DD6-0E3C-8CBF-6901-98F7D76D0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883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DACA9D-94EC-0D25-CA4E-A918908A7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CEC479-7DE9-5EEC-AAD8-6C7538073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0D3C09-5003-6BA4-C231-E2118C47E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5E9A6E-6604-0AD2-DC90-0238DB6D5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66082D-0E99-EB7E-51A8-0F0FB88ED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831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E765CB7-0EF7-EFB7-C94C-A5C19DEA86D1}"/>
              </a:ext>
            </a:extLst>
          </p:cNvPr>
          <p:cNvGrpSpPr/>
          <p:nvPr/>
        </p:nvGrpSpPr>
        <p:grpSpPr>
          <a:xfrm>
            <a:off x="2401455" y="1073700"/>
            <a:ext cx="1625602" cy="629669"/>
            <a:chOff x="4572000" y="1662545"/>
            <a:chExt cx="3001818" cy="629669"/>
          </a:xfrm>
        </p:grpSpPr>
        <p:sp>
          <p:nvSpPr>
            <p:cNvPr id="6" name="순서도: 처리 5">
              <a:extLst>
                <a:ext uri="{FF2B5EF4-FFF2-40B4-BE49-F238E27FC236}">
                  <a16:creationId xmlns:a16="http://schemas.microsoft.com/office/drawing/2014/main" id="{613011BC-6790-362A-4FDC-AED936A838FA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A37CC9C-D954-DCDC-6A26-8BC2BB9385BA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마스터 볼륨</a:t>
              </a:r>
            </a:p>
          </p:txBody>
        </p:sp>
      </p:grpSp>
      <p:pic>
        <p:nvPicPr>
          <p:cNvPr id="2" name="그림 1" descr="슬라이더 UI는 언제 사용해야 하는가?">
            <a:extLst>
              <a:ext uri="{FF2B5EF4-FFF2-40B4-BE49-F238E27FC236}">
                <a16:creationId xmlns:a16="http://schemas.microsoft.com/office/drawing/2014/main" id="{CD120350-570C-5797-5B12-F9759575D9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67" b="38727"/>
          <a:stretch/>
        </p:blipFill>
        <p:spPr bwMode="auto">
          <a:xfrm>
            <a:off x="4362479" y="1118264"/>
            <a:ext cx="3891915" cy="5405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26E9C6BB-4E8C-447B-4A90-8D6492B51899}"/>
              </a:ext>
            </a:extLst>
          </p:cNvPr>
          <p:cNvGrpSpPr/>
          <p:nvPr/>
        </p:nvGrpSpPr>
        <p:grpSpPr>
          <a:xfrm>
            <a:off x="2401455" y="1983482"/>
            <a:ext cx="1625602" cy="629669"/>
            <a:chOff x="4572000" y="1662545"/>
            <a:chExt cx="3001818" cy="629669"/>
          </a:xfrm>
        </p:grpSpPr>
        <p:sp>
          <p:nvSpPr>
            <p:cNvPr id="4" name="순서도: 처리 3">
              <a:extLst>
                <a:ext uri="{FF2B5EF4-FFF2-40B4-BE49-F238E27FC236}">
                  <a16:creationId xmlns:a16="http://schemas.microsoft.com/office/drawing/2014/main" id="{415C7109-DE03-37E8-D33C-696E2954C3E7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B5F662-21AF-6B06-5345-887C75BC5AB4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/>
                <a:t>BGM </a:t>
              </a:r>
              <a:r>
                <a:rPr lang="ko-KR" altLang="en-US"/>
                <a:t>볼륨</a:t>
              </a:r>
            </a:p>
          </p:txBody>
        </p:sp>
      </p:grpSp>
      <p:pic>
        <p:nvPicPr>
          <p:cNvPr id="9" name="그림 8" descr="슬라이더 UI는 언제 사용해야 하는가?">
            <a:extLst>
              <a:ext uri="{FF2B5EF4-FFF2-40B4-BE49-F238E27FC236}">
                <a16:creationId xmlns:a16="http://schemas.microsoft.com/office/drawing/2014/main" id="{42200183-1D50-1826-723A-9189353EE7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67" b="38727"/>
          <a:stretch/>
        </p:blipFill>
        <p:spPr bwMode="auto">
          <a:xfrm>
            <a:off x="4362479" y="2028046"/>
            <a:ext cx="3891915" cy="5405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C45B9152-DD2B-A924-3525-B601346EE5BB}"/>
              </a:ext>
            </a:extLst>
          </p:cNvPr>
          <p:cNvGrpSpPr/>
          <p:nvPr/>
        </p:nvGrpSpPr>
        <p:grpSpPr>
          <a:xfrm>
            <a:off x="2401455" y="2888619"/>
            <a:ext cx="1625602" cy="629669"/>
            <a:chOff x="4572000" y="1662545"/>
            <a:chExt cx="3001818" cy="629669"/>
          </a:xfrm>
        </p:grpSpPr>
        <p:sp>
          <p:nvSpPr>
            <p:cNvPr id="11" name="순서도: 처리 10">
              <a:extLst>
                <a:ext uri="{FF2B5EF4-FFF2-40B4-BE49-F238E27FC236}">
                  <a16:creationId xmlns:a16="http://schemas.microsoft.com/office/drawing/2014/main" id="{0598A0B1-BDD7-375C-8C3D-7C1453061CA1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2581F5B-A946-3D45-CAEC-1D3264482D60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효과음 볼륨</a:t>
              </a:r>
            </a:p>
          </p:txBody>
        </p:sp>
      </p:grpSp>
      <p:pic>
        <p:nvPicPr>
          <p:cNvPr id="13" name="그림 12" descr="슬라이더 UI는 언제 사용해야 하는가?">
            <a:extLst>
              <a:ext uri="{FF2B5EF4-FFF2-40B4-BE49-F238E27FC236}">
                <a16:creationId xmlns:a16="http://schemas.microsoft.com/office/drawing/2014/main" id="{A1C45F6A-1203-73E6-B97F-ECF3B53D5C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67" b="38727"/>
          <a:stretch/>
        </p:blipFill>
        <p:spPr bwMode="auto">
          <a:xfrm>
            <a:off x="4362479" y="2933183"/>
            <a:ext cx="3891915" cy="5405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A8FFBAA2-E571-2793-9753-EF6605149D6C}"/>
              </a:ext>
            </a:extLst>
          </p:cNvPr>
          <p:cNvSpPr/>
          <p:nvPr/>
        </p:nvSpPr>
        <p:spPr>
          <a:xfrm>
            <a:off x="1783341" y="1052945"/>
            <a:ext cx="697938" cy="2537606"/>
          </a:xfrm>
          <a:custGeom>
            <a:avLst/>
            <a:gdLst>
              <a:gd name="connsiteX0" fmla="*/ 581168 w 697938"/>
              <a:gd name="connsiteY0" fmla="*/ 0 h 2537606"/>
              <a:gd name="connsiteX1" fmla="*/ 73168 w 697938"/>
              <a:gd name="connsiteY1" fmla="*/ 997528 h 2537606"/>
              <a:gd name="connsiteX2" fmla="*/ 73168 w 697938"/>
              <a:gd name="connsiteY2" fmla="*/ 997528 h 2537606"/>
              <a:gd name="connsiteX3" fmla="*/ 36223 w 697938"/>
              <a:gd name="connsiteY3" fmla="*/ 1634837 h 2537606"/>
              <a:gd name="connsiteX4" fmla="*/ 655059 w 697938"/>
              <a:gd name="connsiteY4" fmla="*/ 2475346 h 2537606"/>
              <a:gd name="connsiteX5" fmla="*/ 645823 w 697938"/>
              <a:gd name="connsiteY5" fmla="*/ 2475346 h 2537606"/>
              <a:gd name="connsiteX6" fmla="*/ 645823 w 697938"/>
              <a:gd name="connsiteY6" fmla="*/ 2475346 h 2537606"/>
              <a:gd name="connsiteX7" fmla="*/ 645823 w 697938"/>
              <a:gd name="connsiteY7" fmla="*/ 2475346 h 2537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7938" h="2537606">
                <a:moveTo>
                  <a:pt x="581168" y="0"/>
                </a:moveTo>
                <a:lnTo>
                  <a:pt x="73168" y="997528"/>
                </a:lnTo>
                <a:lnTo>
                  <a:pt x="73168" y="997528"/>
                </a:lnTo>
                <a:cubicBezTo>
                  <a:pt x="67011" y="1103746"/>
                  <a:pt x="-60759" y="1388534"/>
                  <a:pt x="36223" y="1634837"/>
                </a:cubicBezTo>
                <a:cubicBezTo>
                  <a:pt x="133205" y="1881140"/>
                  <a:pt x="655059" y="2475346"/>
                  <a:pt x="655059" y="2475346"/>
                </a:cubicBezTo>
                <a:cubicBezTo>
                  <a:pt x="756659" y="2615431"/>
                  <a:pt x="645823" y="2475346"/>
                  <a:pt x="645823" y="2475346"/>
                </a:cubicBezTo>
                <a:lnTo>
                  <a:pt x="645823" y="2475346"/>
                </a:lnTo>
                <a:lnTo>
                  <a:pt x="645823" y="2475346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BF9059B-486B-B60E-E209-C5C607C198EB}"/>
              </a:ext>
            </a:extLst>
          </p:cNvPr>
          <p:cNvSpPr/>
          <p:nvPr/>
        </p:nvSpPr>
        <p:spPr>
          <a:xfrm>
            <a:off x="1251951" y="1983482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41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7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라르푸르덕 라르푸르덕</dc:creator>
  <cp:lastModifiedBy>라르푸르덕 라르푸르덕</cp:lastModifiedBy>
  <cp:revision>5</cp:revision>
  <dcterms:created xsi:type="dcterms:W3CDTF">2025-10-09T09:48:24Z</dcterms:created>
  <dcterms:modified xsi:type="dcterms:W3CDTF">2025-10-10T12:34:05Z</dcterms:modified>
</cp:coreProperties>
</file>