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06B265-2186-6C42-180E-72B6C986E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45FC46-D59D-EC3C-8A6B-49D10926D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75EE1C-B4D6-0822-9D43-E7787C19B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EA8944-42AE-135D-1847-70947A7CB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BE4069-E23C-C88C-9945-198F5B949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70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B9A8C8-4005-BF44-106B-A6A0D7918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A461D-C205-B96B-243B-7F7E467AC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66E7FF-7D18-5150-0446-AB97F6D65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BDF351-354E-1D0D-AC2C-07785F51E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F0C4DE-BBE4-F607-A140-22EB82946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176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755A64-5061-A13A-E14D-92BE55DC3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012DCA-09A7-EEF4-FAFF-0A3C0CD34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B4FF8-8456-F342-B225-9F9A36FB8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7A23DB-2E84-706F-B090-FC161DB3F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C2B766-32BC-8016-CC0D-73D0119FB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561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616135-D91D-29EC-0536-2FCC5D752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CAB357-E01D-A07A-F84D-B8C6FE219D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1344E89-E859-36D1-F41E-4C4152D9A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09A900-F0A3-7F51-8EAB-F22796586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39B1A3-787E-3154-7A46-6462E6CDD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A166C8-9696-058E-2D56-9F243986C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317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C4776B-30FA-4704-72E9-EC8675249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AA098A-155E-336D-8562-3D9099695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7BB61A-9CE5-B8E1-1419-FBBD63DBC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B5FD0C-1283-7E65-BED9-0B8FB487CD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01FACB7-EFF9-3EEC-4424-86D6D49275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18DFA6C-3AF0-75A4-FAC9-FE3534129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4B79061-8E30-53E0-15CC-6849D1555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0FBDB77-DC2D-9E6F-E690-966C358E9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937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60A31-75BD-A321-A5C1-17438354E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C65355E-CF92-F448-C6FA-202999EF2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5813C6-7952-4E1F-B86D-00015CC7A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C5C7C2-8CE8-7380-4239-7CE0A943E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148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0D8DAD8-4FC4-25B0-B5B6-B797B5CA9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416F8AB-37CD-5166-6900-0173BDD8D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9D7FF1-AF2A-11F1-99DA-8833E6E51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33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F5832-6EED-8176-B5F8-EA9F85B9C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95D080-75D0-F1EB-99A8-0793A40E6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207728-A5F1-8A98-2671-096213F01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C28A4F-E0CC-BA9A-663D-C5E646B0B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D988B1-C179-0D71-96E2-459C5CB8D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BE7BBD-9865-C213-2DD8-AABF42C7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570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AA0636-68C3-19FA-88D5-78B3FB9D6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948F258-8335-DDDC-54C3-D3EF6D5419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367010-A622-9A51-8553-735D174E8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CC7A46-E237-DC84-CE1C-4DC24EC0C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DFA1EE-518F-E851-4DD2-D824F03E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8C9FED-8E58-E4E1-3490-4C56172B6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807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A9C2EB-AC70-81C6-F3FD-DC61202A9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F32D0C-DEE0-81DD-F8FA-802D830EC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EE729-501A-C39D-1C41-5A7532DC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6F7CE7-DD4F-9AE3-F09C-D2AD323D1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88B288-0EF9-61CF-9D68-738EE6E6C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255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CF858D1-8E78-E20B-97C1-9EC687CD7C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9E5466-A9A8-A0EC-2F35-41FE0A572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AE889C-7F39-9AB5-5CCF-2633B587E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3BE016-38E1-D3DA-0751-8CE6FD859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DC3DD6-0E3C-8CBF-6901-98F7D76D0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883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5DACA9D-94EC-0D25-CA4E-A918908A7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CEC479-7DE9-5EEC-AAD8-6C7538073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0D3C09-5003-6BA4-C231-E2118C47E4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5E9A6E-6604-0AD2-DC90-0238DB6D56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66082D-0E99-EB7E-51A8-0F0FB88ED7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5831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Toggle button design: the full run through - Justinmind">
            <a:extLst>
              <a:ext uri="{FF2B5EF4-FFF2-40B4-BE49-F238E27FC236}">
                <a16:creationId xmlns:a16="http://schemas.microsoft.com/office/drawing/2014/main" id="{D8D328CC-9387-98E0-DBD2-8F686B5222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69" t="6324" r="56861" b="64192"/>
          <a:stretch/>
        </p:blipFill>
        <p:spPr bwMode="auto">
          <a:xfrm>
            <a:off x="5379244" y="2971800"/>
            <a:ext cx="1433512" cy="914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F08E6B3F-0B51-F93D-F640-84BAD17B3455}"/>
              </a:ext>
            </a:extLst>
          </p:cNvPr>
          <p:cNvGrpSpPr/>
          <p:nvPr/>
        </p:nvGrpSpPr>
        <p:grpSpPr>
          <a:xfrm>
            <a:off x="3639600" y="1356834"/>
            <a:ext cx="1625602" cy="629669"/>
            <a:chOff x="4572000" y="1662545"/>
            <a:chExt cx="3001818" cy="629669"/>
          </a:xfrm>
        </p:grpSpPr>
        <p:sp>
          <p:nvSpPr>
            <p:cNvPr id="17" name="순서도: 처리 16">
              <a:extLst>
                <a:ext uri="{FF2B5EF4-FFF2-40B4-BE49-F238E27FC236}">
                  <a16:creationId xmlns:a16="http://schemas.microsoft.com/office/drawing/2014/main" id="{F405A8D0-A606-DDF1-1C69-2CB989B8FF2D}"/>
                </a:ext>
              </a:extLst>
            </p:cNvPr>
            <p:cNvSpPr/>
            <p:nvPr/>
          </p:nvSpPr>
          <p:spPr>
            <a:xfrm>
              <a:off x="4572000" y="1662545"/>
              <a:ext cx="3001818" cy="62966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9BD6253-01CA-740A-B930-517E5B816A74}"/>
                </a:ext>
              </a:extLst>
            </p:cNvPr>
            <p:cNvSpPr txBox="1"/>
            <p:nvPr/>
          </p:nvSpPr>
          <p:spPr>
            <a:xfrm>
              <a:off x="4723939" y="1792713"/>
              <a:ext cx="2752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/>
                <a:t>마우스 감도</a:t>
              </a:r>
            </a:p>
          </p:txBody>
        </p:sp>
      </p:grpSp>
      <p:pic>
        <p:nvPicPr>
          <p:cNvPr id="19" name="그림 18" descr="슬라이더 UI는 언제 사용해야 하는가?">
            <a:extLst>
              <a:ext uri="{FF2B5EF4-FFF2-40B4-BE49-F238E27FC236}">
                <a16:creationId xmlns:a16="http://schemas.microsoft.com/office/drawing/2014/main" id="{1A2015FD-A0DE-26E1-4481-A8609E5FB5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67" b="38727"/>
          <a:stretch/>
        </p:blipFill>
        <p:spPr bwMode="auto">
          <a:xfrm>
            <a:off x="5600624" y="1401398"/>
            <a:ext cx="3891915" cy="54054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C1D65EAC-D170-CA91-0FB2-02D40681AA3C}"/>
              </a:ext>
            </a:extLst>
          </p:cNvPr>
          <p:cNvGrpSpPr/>
          <p:nvPr/>
        </p:nvGrpSpPr>
        <p:grpSpPr>
          <a:xfrm>
            <a:off x="3613875" y="3114166"/>
            <a:ext cx="1625602" cy="629669"/>
            <a:chOff x="4572000" y="1662545"/>
            <a:chExt cx="3001818" cy="629669"/>
          </a:xfrm>
        </p:grpSpPr>
        <p:sp>
          <p:nvSpPr>
            <p:cNvPr id="23" name="순서도: 처리 22">
              <a:extLst>
                <a:ext uri="{FF2B5EF4-FFF2-40B4-BE49-F238E27FC236}">
                  <a16:creationId xmlns:a16="http://schemas.microsoft.com/office/drawing/2014/main" id="{B2155D6D-230A-F055-B803-B474E0496EC5}"/>
                </a:ext>
              </a:extLst>
            </p:cNvPr>
            <p:cNvSpPr/>
            <p:nvPr/>
          </p:nvSpPr>
          <p:spPr>
            <a:xfrm>
              <a:off x="4572000" y="1662545"/>
              <a:ext cx="3001818" cy="62966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5553485-8A3A-684C-5A28-70DC9097435E}"/>
                </a:ext>
              </a:extLst>
            </p:cNvPr>
            <p:cNvSpPr txBox="1"/>
            <p:nvPr/>
          </p:nvSpPr>
          <p:spPr>
            <a:xfrm>
              <a:off x="4723939" y="1792713"/>
              <a:ext cx="2752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/>
                <a:t>유닛 강조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41B3FD36-8CDE-A51E-0790-D143433A5753}"/>
              </a:ext>
            </a:extLst>
          </p:cNvPr>
          <p:cNvGrpSpPr/>
          <p:nvPr/>
        </p:nvGrpSpPr>
        <p:grpSpPr>
          <a:xfrm>
            <a:off x="3639600" y="2205688"/>
            <a:ext cx="3077018" cy="776499"/>
            <a:chOff x="4572000" y="1662545"/>
            <a:chExt cx="3001818" cy="776499"/>
          </a:xfrm>
        </p:grpSpPr>
        <p:sp>
          <p:nvSpPr>
            <p:cNvPr id="10" name="순서도: 처리 9">
              <a:extLst>
                <a:ext uri="{FF2B5EF4-FFF2-40B4-BE49-F238E27FC236}">
                  <a16:creationId xmlns:a16="http://schemas.microsoft.com/office/drawing/2014/main" id="{FF3C8477-8124-8156-74BC-2977F5856062}"/>
                </a:ext>
              </a:extLst>
            </p:cNvPr>
            <p:cNvSpPr/>
            <p:nvPr/>
          </p:nvSpPr>
          <p:spPr>
            <a:xfrm>
              <a:off x="4572000" y="1662545"/>
              <a:ext cx="3001818" cy="62966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24DA5AC-BD3B-139C-BDBF-E51F86932259}"/>
                </a:ext>
              </a:extLst>
            </p:cNvPr>
            <p:cNvSpPr txBox="1"/>
            <p:nvPr/>
          </p:nvSpPr>
          <p:spPr>
            <a:xfrm>
              <a:off x="4723939" y="1792713"/>
              <a:ext cx="27524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/>
                <a:t>캐릭터 애니메이션 생략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9508C70-FB11-A229-8E34-71CD1ECF3141}"/>
              </a:ext>
            </a:extLst>
          </p:cNvPr>
          <p:cNvGrpSpPr/>
          <p:nvPr/>
        </p:nvGrpSpPr>
        <p:grpSpPr>
          <a:xfrm>
            <a:off x="6812756" y="1965094"/>
            <a:ext cx="2224223" cy="1122309"/>
            <a:chOff x="8290495" y="1367779"/>
            <a:chExt cx="2675890" cy="1362075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7FBDD874-1830-ADB4-BF47-ACB07815F17A}"/>
                </a:ext>
              </a:extLst>
            </p:cNvPr>
            <p:cNvSpPr/>
            <p:nvPr/>
          </p:nvSpPr>
          <p:spPr>
            <a:xfrm>
              <a:off x="8549031" y="1549413"/>
              <a:ext cx="2103401" cy="1053438"/>
            </a:xfrm>
            <a:prstGeom prst="roundRect">
              <a:avLst>
                <a:gd name="adj" fmla="val 3157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8" name="그림 27" descr="Prototype an Input Stepper with Formula">
              <a:extLst>
                <a:ext uri="{FF2B5EF4-FFF2-40B4-BE49-F238E27FC236}">
                  <a16:creationId xmlns:a16="http://schemas.microsoft.com/office/drawing/2014/main" id="{5710021F-7AFB-C899-37F3-528496D45D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37895" b="61185" l="14390" r="40073">
                          <a14:backgroundMark x1="16324" y1="41333" x2="15341" y2="4241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80" t="34984" r="56716" b="35904"/>
            <a:stretch/>
          </p:blipFill>
          <p:spPr bwMode="auto">
            <a:xfrm>
              <a:off x="8290495" y="1367779"/>
              <a:ext cx="2675890" cy="1362075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pic>
        <p:nvPicPr>
          <p:cNvPr id="37" name="그림 36" descr="Toggle button design: the full run through - Justinmind">
            <a:extLst>
              <a:ext uri="{FF2B5EF4-FFF2-40B4-BE49-F238E27FC236}">
                <a16:creationId xmlns:a16="http://schemas.microsoft.com/office/drawing/2014/main" id="{27C4F721-183A-2192-210C-A490A114E9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69" t="6324" r="56861" b="64192"/>
          <a:stretch/>
        </p:blipFill>
        <p:spPr bwMode="auto">
          <a:xfrm>
            <a:off x="5379244" y="3824248"/>
            <a:ext cx="1433512" cy="914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38" name="그룹 37">
            <a:extLst>
              <a:ext uri="{FF2B5EF4-FFF2-40B4-BE49-F238E27FC236}">
                <a16:creationId xmlns:a16="http://schemas.microsoft.com/office/drawing/2014/main" id="{BB7E7F28-27EC-ED5D-EA08-065633C4A210}"/>
              </a:ext>
            </a:extLst>
          </p:cNvPr>
          <p:cNvGrpSpPr/>
          <p:nvPr/>
        </p:nvGrpSpPr>
        <p:grpSpPr>
          <a:xfrm>
            <a:off x="3613875" y="3966614"/>
            <a:ext cx="1625602" cy="629669"/>
            <a:chOff x="4572000" y="1662545"/>
            <a:chExt cx="3001818" cy="629669"/>
          </a:xfrm>
        </p:grpSpPr>
        <p:sp>
          <p:nvSpPr>
            <p:cNvPr id="39" name="순서도: 처리 38">
              <a:extLst>
                <a:ext uri="{FF2B5EF4-FFF2-40B4-BE49-F238E27FC236}">
                  <a16:creationId xmlns:a16="http://schemas.microsoft.com/office/drawing/2014/main" id="{1A1745C9-1A14-C2F5-8B5D-9D259BE85267}"/>
                </a:ext>
              </a:extLst>
            </p:cNvPr>
            <p:cNvSpPr/>
            <p:nvPr/>
          </p:nvSpPr>
          <p:spPr>
            <a:xfrm>
              <a:off x="4572000" y="1662545"/>
              <a:ext cx="3001818" cy="62966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E1B6AFC-7511-0C20-1C60-4F1600DA2050}"/>
                </a:ext>
              </a:extLst>
            </p:cNvPr>
            <p:cNvSpPr txBox="1"/>
            <p:nvPr/>
          </p:nvSpPr>
          <p:spPr>
            <a:xfrm>
              <a:off x="4723939" y="1792713"/>
              <a:ext cx="2752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/>
                <a:t>자막 활성화</a:t>
              </a:r>
            </a:p>
          </p:txBody>
        </p:sp>
      </p:grpSp>
      <p:sp>
        <p:nvSpPr>
          <p:cNvPr id="41" name="자유형: 도형 40">
            <a:extLst>
              <a:ext uri="{FF2B5EF4-FFF2-40B4-BE49-F238E27FC236}">
                <a16:creationId xmlns:a16="http://schemas.microsoft.com/office/drawing/2014/main" id="{6D6671CF-D5DA-6C58-5668-6E21C5484D7C}"/>
              </a:ext>
            </a:extLst>
          </p:cNvPr>
          <p:cNvSpPr/>
          <p:nvPr/>
        </p:nvSpPr>
        <p:spPr>
          <a:xfrm>
            <a:off x="2481575" y="1356834"/>
            <a:ext cx="1196280" cy="3235188"/>
          </a:xfrm>
          <a:custGeom>
            <a:avLst/>
            <a:gdLst>
              <a:gd name="connsiteX0" fmla="*/ 1196280 w 1196280"/>
              <a:gd name="connsiteY0" fmla="*/ 0 h 5006109"/>
              <a:gd name="connsiteX1" fmla="*/ 78680 w 1196280"/>
              <a:gd name="connsiteY1" fmla="*/ 2152073 h 5006109"/>
              <a:gd name="connsiteX2" fmla="*/ 78680 w 1196280"/>
              <a:gd name="connsiteY2" fmla="*/ 2152073 h 5006109"/>
              <a:gd name="connsiteX3" fmla="*/ 78680 w 1196280"/>
              <a:gd name="connsiteY3" fmla="*/ 3001819 h 5006109"/>
              <a:gd name="connsiteX4" fmla="*/ 1140861 w 1196280"/>
              <a:gd name="connsiteY4" fmla="*/ 5006109 h 5006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6280" h="5006109">
                <a:moveTo>
                  <a:pt x="1196280" y="0"/>
                </a:moveTo>
                <a:lnTo>
                  <a:pt x="78680" y="2152073"/>
                </a:lnTo>
                <a:lnTo>
                  <a:pt x="78680" y="2152073"/>
                </a:lnTo>
                <a:cubicBezTo>
                  <a:pt x="78680" y="2293697"/>
                  <a:pt x="-98350" y="2526146"/>
                  <a:pt x="78680" y="3001819"/>
                </a:cubicBezTo>
                <a:cubicBezTo>
                  <a:pt x="255710" y="3477492"/>
                  <a:pt x="698285" y="4241800"/>
                  <a:pt x="1140861" y="500610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BF9059B-486B-B60E-E209-C5C607C198EB}"/>
              </a:ext>
            </a:extLst>
          </p:cNvPr>
          <p:cNvSpPr/>
          <p:nvPr/>
        </p:nvSpPr>
        <p:spPr>
          <a:xfrm>
            <a:off x="1871037" y="2611581"/>
            <a:ext cx="738909" cy="7204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411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10</Words>
  <Application>Microsoft Office PowerPoint</Application>
  <PresentationFormat>와이드스크린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라르푸르덕 라르푸르덕</dc:creator>
  <cp:lastModifiedBy>라르푸르덕 라르푸르덕</cp:lastModifiedBy>
  <cp:revision>8</cp:revision>
  <dcterms:created xsi:type="dcterms:W3CDTF">2025-10-09T09:48:24Z</dcterms:created>
  <dcterms:modified xsi:type="dcterms:W3CDTF">2025-10-16T08:12:07Z</dcterms:modified>
</cp:coreProperties>
</file>