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B265-2186-6C42-180E-72B6C986E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45FC46-D59D-EC3C-8A6B-49D10926D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EE1C-B4D6-0822-9D43-E7787C19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8944-42AE-135D-1847-70947A7C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E4069-E23C-C88C-9945-198F5B94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9A8C8-4005-BF44-106B-A6A0D791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A461D-C205-B96B-243B-7F7E467A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6E7FF-7D18-5150-0446-AB97F6D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DF351-354E-1D0D-AC2C-07785F51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0C4DE-BBE4-F607-A140-22EB829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7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55A64-5061-A13A-E14D-92BE55D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12DCA-09A7-EEF4-FAFF-0A3C0CD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4FF8-8456-F342-B225-9F9A36FB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A23DB-2E84-706F-B090-FC161DB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2B766-32BC-8016-CC0D-73D0119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6135-D91D-29EC-0536-2FCC5D75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AB357-E01D-A07A-F84D-B8C6FE219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44E89-E859-36D1-F41E-4C4152D9A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9A900-F0A3-7F51-8EAB-F227965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9B1A3-787E-3154-7A46-6462E6CD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166C8-9696-058E-2D56-9F24398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1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776B-30FA-4704-72E9-EC86752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A098A-155E-336D-8562-3D909969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BB61A-9CE5-B8E1-1419-FBBD63DB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5FD0C-1283-7E65-BED9-0B8FB487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FACB7-EFF9-3EEC-4424-86D6D492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DFA6C-3AF0-75A4-FAC9-FE353412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9061-8E30-53E0-15CC-6849D155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FBDB77-DC2D-9E6F-E690-966C358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0A31-75BD-A321-A5C1-1743835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5355E-CF92-F448-C6FA-202999EF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813C6-7952-4E1F-B86D-00015CC7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5C7C2-8CE8-7380-4239-7CE0A943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D8DAD8-4FC4-25B0-B5B6-B797B5CA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6F8AB-37CD-5166-6900-0173BDD8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9D7FF1-AF2A-11F1-99DA-8833E6E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F5832-6EED-8176-B5F8-EA9F85B9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5D080-75D0-F1EB-99A8-0793A40E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7728-A5F1-8A98-2671-096213F01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28A4F-E0CC-BA9A-663D-C5E646B0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988B1-C179-0D71-96E2-459C5CB8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E7BBD-9865-C213-2DD8-AABF42C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7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0636-68C3-19FA-88D5-78B3FB9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48F258-8335-DDDC-54C3-D3EF6D54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67010-A622-9A51-8553-735D174E8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C7A46-E237-DC84-CE1C-4DC24EC0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FA1EE-518F-E851-4DD2-D824F03E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C9FED-8E58-E4E1-3490-4C56172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C2EB-AC70-81C6-F3FD-DC61202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32D0C-DEE0-81DD-F8FA-802D830E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EE729-501A-C39D-1C41-5A7532DC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F7CE7-DD4F-9AE3-F09C-D2AD323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8B288-0EF9-61CF-9D68-738EE6E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5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858D1-8E78-E20B-97C1-9EC687CD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E5466-A9A8-A0EC-2F35-41FE0A5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E889C-7F39-9AB5-5CCF-2633B587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E016-38E1-D3DA-0751-8CE6FD85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C3DD6-0E3C-8CBF-6901-98F7D76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8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DACA9D-94EC-0D25-CA4E-A918908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EC479-7DE9-5EEC-AAD8-6C753807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3C09-5003-6BA4-C231-E2118C47E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05AD-DC08-4F6C-9164-0EAD3A5E84DB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E9A6E-6604-0AD2-DC90-0238DB6D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6082D-0E99-EB7E-51A8-0F0FB88ED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D3C728BF-6BDC-7CAC-AD1C-A4FD614FB204}"/>
              </a:ext>
            </a:extLst>
          </p:cNvPr>
          <p:cNvSpPr/>
          <p:nvPr/>
        </p:nvSpPr>
        <p:spPr>
          <a:xfrm>
            <a:off x="138545" y="904426"/>
            <a:ext cx="13272655" cy="5459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E765CB7-0EF7-EFB7-C94C-A5C19DEA86D1}"/>
              </a:ext>
            </a:extLst>
          </p:cNvPr>
          <p:cNvGrpSpPr/>
          <p:nvPr/>
        </p:nvGrpSpPr>
        <p:grpSpPr>
          <a:xfrm>
            <a:off x="406398" y="285191"/>
            <a:ext cx="3001818" cy="629669"/>
            <a:chOff x="4572000" y="1662545"/>
            <a:chExt cx="3001818" cy="629669"/>
          </a:xfrm>
        </p:grpSpPr>
        <p:sp>
          <p:nvSpPr>
            <p:cNvPr id="6" name="순서도: 처리 5">
              <a:extLst>
                <a:ext uri="{FF2B5EF4-FFF2-40B4-BE49-F238E27FC236}">
                  <a16:creationId xmlns:a16="http://schemas.microsoft.com/office/drawing/2014/main" id="{613011BC-6790-362A-4FDC-AED936A838F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37CC9C-D954-DCDC-6A26-8BC2BB9385BA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사운드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037B173-A4FB-BFDA-CD7F-7ED0A8BED2F8}"/>
              </a:ext>
            </a:extLst>
          </p:cNvPr>
          <p:cNvGrpSpPr/>
          <p:nvPr/>
        </p:nvGrpSpPr>
        <p:grpSpPr>
          <a:xfrm>
            <a:off x="3639125" y="285191"/>
            <a:ext cx="3001818" cy="629669"/>
            <a:chOff x="4572000" y="1662545"/>
            <a:chExt cx="3001818" cy="629669"/>
          </a:xfrm>
        </p:grpSpPr>
        <p:sp>
          <p:nvSpPr>
            <p:cNvPr id="18" name="순서도: 처리 17">
              <a:extLst>
                <a:ext uri="{FF2B5EF4-FFF2-40B4-BE49-F238E27FC236}">
                  <a16:creationId xmlns:a16="http://schemas.microsoft.com/office/drawing/2014/main" id="{62893A7B-37F9-B923-386E-C3A3A6C17F10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FDA983-F262-8282-F2F7-64757682F5C6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그래픽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82896B1-0BB2-8E8A-98DB-61907665520A}"/>
              </a:ext>
            </a:extLst>
          </p:cNvPr>
          <p:cNvGrpSpPr/>
          <p:nvPr/>
        </p:nvGrpSpPr>
        <p:grpSpPr>
          <a:xfrm>
            <a:off x="6886841" y="274757"/>
            <a:ext cx="3001818" cy="629669"/>
            <a:chOff x="4572000" y="1662545"/>
            <a:chExt cx="3001818" cy="629669"/>
          </a:xfrm>
        </p:grpSpPr>
        <p:sp>
          <p:nvSpPr>
            <p:cNvPr id="30" name="순서도: 처리 29">
              <a:extLst>
                <a:ext uri="{FF2B5EF4-FFF2-40B4-BE49-F238E27FC236}">
                  <a16:creationId xmlns:a16="http://schemas.microsoft.com/office/drawing/2014/main" id="{E75FEA1E-4DC4-D87E-8ED0-7F8327F1290E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0C49A9-267C-FC8D-0305-6D3EB0F907FE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게임 플레이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9B5994-CB43-B34D-961A-934538F6C6AD}"/>
              </a:ext>
            </a:extLst>
          </p:cNvPr>
          <p:cNvGrpSpPr/>
          <p:nvPr/>
        </p:nvGrpSpPr>
        <p:grpSpPr>
          <a:xfrm>
            <a:off x="10132754" y="285191"/>
            <a:ext cx="3001818" cy="629669"/>
            <a:chOff x="4572000" y="1662545"/>
            <a:chExt cx="3001818" cy="629669"/>
          </a:xfrm>
        </p:grpSpPr>
        <p:sp>
          <p:nvSpPr>
            <p:cNvPr id="33" name="순서도: 처리 32">
              <a:extLst>
                <a:ext uri="{FF2B5EF4-FFF2-40B4-BE49-F238E27FC236}">
                  <a16:creationId xmlns:a16="http://schemas.microsoft.com/office/drawing/2014/main" id="{A0FDF564-EDFF-AFD2-F231-71D9EEE4D2E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A839E1-4949-A046-D15C-216837A7B973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키 셋팅</a:t>
              </a:r>
            </a:p>
          </p:txBody>
        </p:sp>
      </p:grp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93670D6D-A904-B902-6821-64F2685A5004}"/>
              </a:ext>
            </a:extLst>
          </p:cNvPr>
          <p:cNvSpPr/>
          <p:nvPr/>
        </p:nvSpPr>
        <p:spPr>
          <a:xfrm>
            <a:off x="415636" y="-332931"/>
            <a:ext cx="12709237" cy="628495"/>
          </a:xfrm>
          <a:custGeom>
            <a:avLst/>
            <a:gdLst>
              <a:gd name="connsiteX0" fmla="*/ 0 w 12709237"/>
              <a:gd name="connsiteY0" fmla="*/ 628495 h 628495"/>
              <a:gd name="connsiteX1" fmla="*/ 5902037 w 12709237"/>
              <a:gd name="connsiteY1" fmla="*/ 46604 h 628495"/>
              <a:gd name="connsiteX2" fmla="*/ 8728364 w 12709237"/>
              <a:gd name="connsiteY2" fmla="*/ 102022 h 628495"/>
              <a:gd name="connsiteX3" fmla="*/ 12709237 w 12709237"/>
              <a:gd name="connsiteY3" fmla="*/ 628495 h 62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9237" h="628495">
                <a:moveTo>
                  <a:pt x="0" y="628495"/>
                </a:moveTo>
                <a:cubicBezTo>
                  <a:pt x="2223655" y="381422"/>
                  <a:pt x="4447310" y="134349"/>
                  <a:pt x="5902037" y="46604"/>
                </a:cubicBezTo>
                <a:cubicBezTo>
                  <a:pt x="7356764" y="-41142"/>
                  <a:pt x="7593831" y="5040"/>
                  <a:pt x="8728364" y="102022"/>
                </a:cubicBezTo>
                <a:cubicBezTo>
                  <a:pt x="9862897" y="199004"/>
                  <a:pt x="11286067" y="413749"/>
                  <a:pt x="12709237" y="62849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F9059B-486B-B60E-E209-C5C607C198EB}"/>
              </a:ext>
            </a:extLst>
          </p:cNvPr>
          <p:cNvSpPr/>
          <p:nvPr/>
        </p:nvSpPr>
        <p:spPr>
          <a:xfrm>
            <a:off x="6271488" y="-692728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6DC3691-DAA9-60DC-102A-5BAAF306FD2B}"/>
              </a:ext>
            </a:extLst>
          </p:cNvPr>
          <p:cNvSpPr/>
          <p:nvPr/>
        </p:nvSpPr>
        <p:spPr>
          <a:xfrm>
            <a:off x="1015995" y="1325210"/>
            <a:ext cx="11508518" cy="42075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84F76FE-C400-2CAF-57A3-E2068707BFE7}"/>
              </a:ext>
            </a:extLst>
          </p:cNvPr>
          <p:cNvSpPr/>
          <p:nvPr/>
        </p:nvSpPr>
        <p:spPr>
          <a:xfrm>
            <a:off x="-12704" y="1325210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4E519E8-E58D-B686-CF7B-EC4DD00A7D05}"/>
              </a:ext>
            </a:extLst>
          </p:cNvPr>
          <p:cNvSpPr/>
          <p:nvPr/>
        </p:nvSpPr>
        <p:spPr>
          <a:xfrm>
            <a:off x="12642272" y="1325210"/>
            <a:ext cx="297873" cy="42075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C3AFE925-53FE-1766-57EF-34680FB7B0C1}"/>
              </a:ext>
            </a:extLst>
          </p:cNvPr>
          <p:cNvSpPr/>
          <p:nvPr/>
        </p:nvSpPr>
        <p:spPr>
          <a:xfrm>
            <a:off x="204131" y="274757"/>
            <a:ext cx="238751" cy="591127"/>
          </a:xfrm>
          <a:custGeom>
            <a:avLst/>
            <a:gdLst>
              <a:gd name="connsiteX0" fmla="*/ 238751 w 238751"/>
              <a:gd name="connsiteY0" fmla="*/ 0 h 591127"/>
              <a:gd name="connsiteX1" fmla="*/ 54024 w 238751"/>
              <a:gd name="connsiteY1" fmla="*/ 203200 h 591127"/>
              <a:gd name="connsiteX2" fmla="*/ 54024 w 238751"/>
              <a:gd name="connsiteY2" fmla="*/ 203200 h 591127"/>
              <a:gd name="connsiteX3" fmla="*/ 7842 w 238751"/>
              <a:gd name="connsiteY3" fmla="*/ 498763 h 591127"/>
              <a:gd name="connsiteX4" fmla="*/ 238751 w 238751"/>
              <a:gd name="connsiteY4" fmla="*/ 591127 h 591127"/>
              <a:gd name="connsiteX5" fmla="*/ 238751 w 238751"/>
              <a:gd name="connsiteY5" fmla="*/ 591127 h 5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751" h="591127">
                <a:moveTo>
                  <a:pt x="238751" y="0"/>
                </a:moveTo>
                <a:lnTo>
                  <a:pt x="54024" y="203200"/>
                </a:lnTo>
                <a:lnTo>
                  <a:pt x="54024" y="203200"/>
                </a:lnTo>
                <a:cubicBezTo>
                  <a:pt x="46327" y="252460"/>
                  <a:pt x="-22946" y="434108"/>
                  <a:pt x="7842" y="498763"/>
                </a:cubicBezTo>
                <a:cubicBezTo>
                  <a:pt x="38630" y="563418"/>
                  <a:pt x="238751" y="591127"/>
                  <a:pt x="238751" y="591127"/>
                </a:cubicBezTo>
                <a:lnTo>
                  <a:pt x="238751" y="59112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66644F3-332F-D0FA-0D18-FE3F8D5631D2}"/>
              </a:ext>
            </a:extLst>
          </p:cNvPr>
          <p:cNvSpPr/>
          <p:nvPr/>
        </p:nvSpPr>
        <p:spPr>
          <a:xfrm>
            <a:off x="-441035" y="239806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D85AC6F-16F5-E085-BA3F-6F43F97E1C5A}"/>
              </a:ext>
            </a:extLst>
          </p:cNvPr>
          <p:cNvCxnSpPr/>
          <p:nvPr/>
        </p:nvCxnSpPr>
        <p:spPr>
          <a:xfrm flipH="1">
            <a:off x="683491" y="1624863"/>
            <a:ext cx="3325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63F0974B-9532-4CE8-04C2-702BA026DF15}"/>
              </a:ext>
            </a:extLst>
          </p:cNvPr>
          <p:cNvSpPr/>
          <p:nvPr/>
        </p:nvSpPr>
        <p:spPr>
          <a:xfrm>
            <a:off x="13192994" y="1717548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06E0CA0-CCE5-F5E8-7344-ADEF02DDBFC6}"/>
              </a:ext>
            </a:extLst>
          </p:cNvPr>
          <p:cNvCxnSpPr/>
          <p:nvPr/>
        </p:nvCxnSpPr>
        <p:spPr>
          <a:xfrm flipH="1">
            <a:off x="12870877" y="2077766"/>
            <a:ext cx="3325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BBE84BE-DD70-8409-3A55-2938A5923A1C}"/>
              </a:ext>
            </a:extLst>
          </p:cNvPr>
          <p:cNvSpPr/>
          <p:nvPr/>
        </p:nvSpPr>
        <p:spPr>
          <a:xfrm>
            <a:off x="925941" y="5769325"/>
            <a:ext cx="1652160" cy="347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원상 복구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B2B7ABB-AECB-920F-B0FE-251ABE6F63DE}"/>
              </a:ext>
            </a:extLst>
          </p:cNvPr>
          <p:cNvSpPr/>
          <p:nvPr/>
        </p:nvSpPr>
        <p:spPr>
          <a:xfrm>
            <a:off x="2813045" y="5769325"/>
            <a:ext cx="1652160" cy="347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설정 리셋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E6C0EBF-4734-6D08-F69A-C4C7BB670D44}"/>
              </a:ext>
            </a:extLst>
          </p:cNvPr>
          <p:cNvSpPr/>
          <p:nvPr/>
        </p:nvSpPr>
        <p:spPr>
          <a:xfrm>
            <a:off x="4700149" y="5779759"/>
            <a:ext cx="1652160" cy="347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설정 체험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4CD7697-8135-D473-A639-B3C29D3D8CB1}"/>
              </a:ext>
            </a:extLst>
          </p:cNvPr>
          <p:cNvSpPr/>
          <p:nvPr/>
        </p:nvSpPr>
        <p:spPr>
          <a:xfrm>
            <a:off x="6587253" y="5769325"/>
            <a:ext cx="1652160" cy="347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설정 적용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6C7FB32-D28B-4658-2BB3-27AF800E8597}"/>
              </a:ext>
            </a:extLst>
          </p:cNvPr>
          <p:cNvSpPr/>
          <p:nvPr/>
        </p:nvSpPr>
        <p:spPr>
          <a:xfrm>
            <a:off x="11287985" y="5760150"/>
            <a:ext cx="1652160" cy="347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설정 종료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00D35DB-FAAE-8320-8E11-A0E0C7ADB90A}"/>
              </a:ext>
            </a:extLst>
          </p:cNvPr>
          <p:cNvCxnSpPr/>
          <p:nvPr/>
        </p:nvCxnSpPr>
        <p:spPr>
          <a:xfrm flipH="1">
            <a:off x="558337" y="5933965"/>
            <a:ext cx="3325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939C8623-10FD-74FB-B467-85AC4070969A}"/>
              </a:ext>
            </a:extLst>
          </p:cNvPr>
          <p:cNvSpPr/>
          <p:nvPr/>
        </p:nvSpPr>
        <p:spPr>
          <a:xfrm>
            <a:off x="-165324" y="5593355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3E27FA4-F8B4-BA64-55E8-9F9D4ECA9ED3}"/>
              </a:ext>
            </a:extLst>
          </p:cNvPr>
          <p:cNvSpPr/>
          <p:nvPr/>
        </p:nvSpPr>
        <p:spPr>
          <a:xfrm>
            <a:off x="13363860" y="5582921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6</a:t>
            </a:r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FDE9FEA-4894-A315-4E84-8A484E788596}"/>
              </a:ext>
            </a:extLst>
          </p:cNvPr>
          <p:cNvCxnSpPr>
            <a:cxnSpLocks/>
          </p:cNvCxnSpPr>
          <p:nvPr/>
        </p:nvCxnSpPr>
        <p:spPr>
          <a:xfrm flipH="1" flipV="1">
            <a:off x="12921210" y="5943938"/>
            <a:ext cx="489990" cy="9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41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22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3</cp:revision>
  <dcterms:created xsi:type="dcterms:W3CDTF">2025-10-09T09:48:24Z</dcterms:created>
  <dcterms:modified xsi:type="dcterms:W3CDTF">2025-10-10T10:39:48Z</dcterms:modified>
</cp:coreProperties>
</file>