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F269D-4EC1-587D-DD45-A1EF43EA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82468B-9A01-CE71-6426-FA2809930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B15CD5-1370-2631-A08B-366A5830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5430A-DE89-C371-3A33-BF0BF4B3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2F6BF6-3146-FB37-3A49-D3412DD5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76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BAD6-36D6-BD06-5570-9066AA4B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DDC87C-0844-0CE4-F09C-EDEC8B85E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DA396-219B-2C3A-B901-8744B1B8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83893C-00DD-8679-0971-35BD1410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FCCD9-B699-5186-12D3-B00F53CA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36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0B3C4E-76EE-3A48-6979-E3A26DE8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9A8D3B-EE91-D0DB-A8E7-1D903CCF5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9D906-13B7-69EC-59ED-E0E952463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30B47-C51E-2EDB-DA98-21B242BE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2B78FC-519E-A7A0-E147-F0CB73FE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12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AC263-EFD0-B601-A741-34BDAFFC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4274B0-89C3-3CB9-32C2-AE7BBD53D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5B4F2A-44D8-2F00-A114-48D7C42E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929C94-702D-30C7-932E-CB8FF1EB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689E22-6888-E6BE-BCAB-7B7C9C97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B317F1-6E21-BF57-056D-13729321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4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5B8B1-78C6-54DE-075B-ABFCD451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EB4A5A-4E07-D68F-C11F-504D28BB7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6A87F4-864C-B574-A005-68DBF4E4A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E35895-AC8B-C0C4-B46A-99AEFC9CA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85717A-53C8-C367-4F27-1B11D5DDB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D947B6-253B-3D70-2D0F-61E9E604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B57206-4F0E-BD58-3AA6-7936B561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F92B4F-A6C4-2C10-BB59-4294CFA9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87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2B85F-22CF-2DFC-0BA1-391AE2A6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3B1917-7075-44AF-2E30-3026BC6C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2794DA-5A08-4C2F-722E-6D2182D5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A6155D-BACE-A3E6-64AC-6D6F3F2E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30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2C1D42-4879-4578-7F39-EC8973EC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66129E-3C26-92E9-AE73-8E40C96F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C5EAC-325A-2A29-B883-6ED69A7B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26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6B4D2-BE85-8A7D-C492-4537F2C8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7E55C-5D78-689A-988B-6C1573B59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EF2129-EC88-54A8-6B4A-04CA767C7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EE2383-9C13-C7B3-A5B4-279F3D49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8FADC7-3BEA-C298-3284-5FB6E984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7CA351-4541-053D-931D-EB046348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66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5C6C2-2FD9-8C3F-11F2-9E61E94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8F6E20-9C6E-B2D2-F8AA-042D1444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C225A1-7C9D-0B7A-8A5D-39884E691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34595C-0C2C-E1B8-DDA7-99AC05B6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B285BB-03CB-B247-15EF-82B61408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1BC28-D133-32E6-36AF-2E8D5364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4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AE47-A517-1527-0299-FD4FD09E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A6361-4AAB-3D84-F7FB-29DFC564D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25A5E-1A87-BFBF-312B-304AFA53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A7F35D-30E5-6D48-3DEF-A8A28111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99B66-16CB-8A86-0E4D-C4AB3BEF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6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1E5399-BE52-3A57-68BA-A20A74C9B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886029-C3F0-9AD2-7D12-88632C1C8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F74A2-4A26-E95A-1524-6C69C0CD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CC1DD9-941F-422A-9DE8-A99E36A9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41B67-E875-A48B-B752-452E850E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43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8F4AAB-0831-3238-185E-6F7470D5B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8A280-E0DF-3BAC-D4B5-9C37E123E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97FE5-2601-D2DC-9000-99EBD64C0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1B7AB-7153-4044-BE8F-39E3B88844B8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31F3F-E765-D00A-5389-2D9277F4D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7FD084-DF54-8EB2-3DD2-63BEB3C9C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3E3A9-FDAF-4E97-9241-9274C617D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45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46C7EC-096B-3CB5-1835-41A2567BA2D5}"/>
              </a:ext>
            </a:extLst>
          </p:cNvPr>
          <p:cNvGrpSpPr/>
          <p:nvPr/>
        </p:nvGrpSpPr>
        <p:grpSpPr>
          <a:xfrm>
            <a:off x="304801" y="2810163"/>
            <a:ext cx="12238185" cy="1237673"/>
            <a:chOff x="304801" y="2810163"/>
            <a:chExt cx="12238185" cy="123767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984E440-B74A-0432-04EE-425BED101C0F}"/>
                </a:ext>
              </a:extLst>
            </p:cNvPr>
            <p:cNvSpPr/>
            <p:nvPr/>
          </p:nvSpPr>
          <p:spPr>
            <a:xfrm>
              <a:off x="304801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미탐사 타일로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플레이어 캐릭터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이동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BE9B00B-F006-D573-EB47-2FB02C0FB5D3}"/>
                </a:ext>
              </a:extLst>
            </p:cNvPr>
            <p:cNvSpPr/>
            <p:nvPr/>
          </p:nvSpPr>
          <p:spPr>
            <a:xfrm>
              <a:off x="6650185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목표 달성률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검사</a:t>
              </a:r>
              <a:endParaRPr lang="en-US" altLang="ko-KR" sz="110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B78EAEB-3986-136A-4168-DC8672E21A3B}"/>
                </a:ext>
              </a:extLst>
            </p:cNvPr>
            <p:cNvSpPr/>
            <p:nvPr/>
          </p:nvSpPr>
          <p:spPr>
            <a:xfrm>
              <a:off x="8765313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목표 달성률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추가 생성</a:t>
              </a:r>
              <a:endParaRPr lang="en-US" altLang="ko-KR" sz="110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17B7B7-01CF-D96D-C813-0324A4AA2178}"/>
                </a:ext>
              </a:extLst>
            </p:cNvPr>
            <p:cNvSpPr/>
            <p:nvPr/>
          </p:nvSpPr>
          <p:spPr>
            <a:xfrm>
              <a:off x="2318328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성장 수준 검사</a:t>
              </a:r>
              <a:endParaRPr lang="en-US" altLang="ko-KR" sz="110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3FAA2E7-984D-CDFE-9E7E-AF588642F9D7}"/>
                </a:ext>
              </a:extLst>
            </p:cNvPr>
            <p:cNvSpPr/>
            <p:nvPr/>
          </p:nvSpPr>
          <p:spPr>
            <a:xfrm>
              <a:off x="4433456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성장 수준 추가 생성</a:t>
              </a:r>
              <a:endParaRPr lang="en-US" altLang="ko-KR" sz="110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DF4564-7CF5-6D19-C935-2C89E64C2D47}"/>
                </a:ext>
              </a:extLst>
            </p:cNvPr>
            <p:cNvSpPr/>
            <p:nvPr/>
          </p:nvSpPr>
          <p:spPr>
            <a:xfrm>
              <a:off x="10880441" y="2810163"/>
              <a:ext cx="1662545" cy="12376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몬스터 턴 시작 판정</a:t>
              </a:r>
              <a:endParaRPr lang="en-US" altLang="ko-KR" sz="110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AEDF209-E15A-5C96-6427-5C939B9449DA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1967346" y="3429000"/>
              <a:ext cx="350982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16CBA1D-8E7B-B41E-CD84-CDE282D7512E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8312730" y="3429000"/>
              <a:ext cx="452583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EAC0825A-01FB-9950-D372-BEB0908FBF46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10427858" y="3429000"/>
              <a:ext cx="452583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0AEF503-0436-32DB-DA4C-4806BA16B2B8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980873" y="3429000"/>
              <a:ext cx="452583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E30824E3-C3DD-775D-2FED-AF5A070C8DE8}"/>
                </a:ext>
              </a:extLst>
            </p:cNvPr>
            <p:cNvCxnSpPr>
              <a:cxnSpLocks/>
              <a:stCxn id="8" idx="3"/>
              <a:endCxn id="5" idx="1"/>
            </p:cNvCxnSpPr>
            <p:nvPr/>
          </p:nvCxnSpPr>
          <p:spPr>
            <a:xfrm>
              <a:off x="6096001" y="3429000"/>
              <a:ext cx="554184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698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3</cp:revision>
  <dcterms:created xsi:type="dcterms:W3CDTF">2025-08-07T09:01:38Z</dcterms:created>
  <dcterms:modified xsi:type="dcterms:W3CDTF">2025-08-08T08:09:17Z</dcterms:modified>
</cp:coreProperties>
</file>