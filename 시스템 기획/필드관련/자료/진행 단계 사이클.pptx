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7F196-C29C-A762-229E-CE9A69570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ADB894-05C2-60B5-1CC3-B8FD86ECE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9ED3EB-4B8B-2948-0B14-B6445228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53EEE-5E32-8A8E-BDCD-83D51FD0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478FE-0964-E50F-14B9-44618413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8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9F62F-A41C-E474-513E-E6792DCF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A42F6-9395-02BE-F958-E7E367841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03D80-77CF-365F-F68E-685072E5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B6EDE3-8B80-E35F-5BB3-3BCDB70F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FDCE8-15F2-20E1-0BC6-70CC3E84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02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E2E90-D916-1380-FCF2-F56D4C65E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F080F6-0095-4090-7AF7-2AE6E2BDD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FB9BCB-67A0-5DAF-A763-64C68576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56E4B-BF92-2BBD-77A9-1634DF2D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048EE-7FEB-3F19-88C9-62E7CB25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99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21B37-6B2B-C2D0-A1E7-AFCEC497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DAA0EA-F20F-320F-5688-FD76C046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65BF3C-C575-CDB0-7027-7C5CE59BD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AE03EA-6D16-ED00-8228-41232C4A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0B9197-BE32-E3AF-DA43-2B726CD7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254397-F730-C173-5E2E-C76D16DC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08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67B1A-A2ED-3A9A-7F9F-5FB7B099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490DAA-818D-A643-133F-91C35AF10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93E0E8-5FC8-20D9-595E-9BEC0949F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CCFBD0-2723-9C4E-82FE-F3A1F6225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9B29B9-EC5D-085D-AD45-662B3E2B5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F78A10-E203-30F4-7E8B-9DFA0C62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8E4469-FD93-3DD0-53C2-72928093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978529-B2DA-47CC-BD96-80B15C43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08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10DC8-B2EC-0B49-57F0-22963C3A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F75A5F-EACC-322B-41D6-1EDFAC12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552677-1CEA-968E-B8C0-94F92B4E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C82727-493E-8CE8-33F4-ABFE2CBA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26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C44150-BF73-23E1-1257-1A2118FD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E6A113-6B0E-32E7-FDB6-41C6F0A5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B1E706-15A6-303F-D54E-C44EB6FA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14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A06AD-5525-D581-97F0-B988B8D6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3091C-AEBB-869D-D18B-1A4BB5D0E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3345CE-F3E9-A273-99B1-52C9D634F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FAA2C2-477F-6365-18E4-C0559BBB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E4A4A7-6CFC-6A6D-DFCA-5760604A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FF4D3A-9126-C115-8674-E9B0D39C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88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B0889-D8EF-EF1B-915E-C477F978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ED9D3E-5D93-AB2F-C786-688F308A4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DBE41A-86B1-0F9D-0023-B05423280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5812D7-BA65-7215-9A9E-0E372245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7E1794-E52D-74EC-D4AF-29043382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A13E2C-8607-B742-50B2-1B9108CB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77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B6360-D956-BC5A-AAB9-D527FD6C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CCDFF7-2867-40AA-514C-69944D3FD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9DBE39-9D36-13B9-75B9-37ED263B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C2881F-8282-E651-E594-DFB39C72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66139-FD88-995A-0951-DABBAAAF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1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55EA81-206D-FD9C-DC83-F13ACB700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B44770-1431-162F-CDDD-4748CF990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5CC3C-910E-213F-88B8-0D9C87A8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A4505-B59D-8987-C5C9-DB6F1258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80992-7683-977A-9037-1634BA6A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08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95E67C-AEA1-325F-9B38-A6DFEAE5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143CCA-A34E-6F79-FE6C-AA39D989E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FECB8B-A1B5-71C8-CBFB-6679DBB84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B3AF-6130-4202-979A-A9AD96A2C71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F63020-AABB-E478-8B41-7AD081244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B1015-E4F7-1D4A-A7B7-1DA0AD604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9F342-E20D-4C67-8CA9-1E6F794C7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7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197374F4-25E8-3C7A-4110-03C902B24461}"/>
              </a:ext>
            </a:extLst>
          </p:cNvPr>
          <p:cNvGrpSpPr/>
          <p:nvPr/>
        </p:nvGrpSpPr>
        <p:grpSpPr>
          <a:xfrm>
            <a:off x="-4000841" y="29888"/>
            <a:ext cx="19422935" cy="9232503"/>
            <a:chOff x="-4000841" y="29888"/>
            <a:chExt cx="19422935" cy="9232503"/>
          </a:xfrm>
        </p:grpSpPr>
        <p:grpSp>
          <p:nvGrpSpPr>
            <p:cNvPr id="368" name="그룹 367">
              <a:extLst>
                <a:ext uri="{FF2B5EF4-FFF2-40B4-BE49-F238E27FC236}">
                  <a16:creationId xmlns:a16="http://schemas.microsoft.com/office/drawing/2014/main" id="{8A2ED47B-E3A4-1E81-F1F9-5CDA9987DEA9}"/>
                </a:ext>
              </a:extLst>
            </p:cNvPr>
            <p:cNvGrpSpPr/>
            <p:nvPr/>
          </p:nvGrpSpPr>
          <p:grpSpPr>
            <a:xfrm>
              <a:off x="2327671" y="6030797"/>
              <a:ext cx="5238332" cy="2921868"/>
              <a:chOff x="4518358" y="323962"/>
              <a:chExt cx="5238332" cy="2921868"/>
            </a:xfrm>
          </p:grpSpPr>
          <p:grpSp>
            <p:nvGrpSpPr>
              <p:cNvPr id="370" name="그룹 369">
                <a:extLst>
                  <a:ext uri="{FF2B5EF4-FFF2-40B4-BE49-F238E27FC236}">
                    <a16:creationId xmlns:a16="http://schemas.microsoft.com/office/drawing/2014/main" id="{B0B9DE66-6138-4DA0-7575-EAFA253E7F2D}"/>
                  </a:ext>
                </a:extLst>
              </p:cNvPr>
              <p:cNvGrpSpPr/>
              <p:nvPr/>
            </p:nvGrpSpPr>
            <p:grpSpPr>
              <a:xfrm>
                <a:off x="5542715" y="974437"/>
                <a:ext cx="826135" cy="497205"/>
                <a:chOff x="3122266" y="817880"/>
                <a:chExt cx="826135" cy="497205"/>
              </a:xfrm>
            </p:grpSpPr>
            <p:sp>
              <p:nvSpPr>
                <p:cNvPr id="414" name="직사각형 413">
                  <a:extLst>
                    <a:ext uri="{FF2B5EF4-FFF2-40B4-BE49-F238E27FC236}">
                      <a16:creationId xmlns:a16="http://schemas.microsoft.com/office/drawing/2014/main" id="{68A9D94B-E8A9-930E-8E67-360AEAD7996A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5" name="Text Box 2">
                  <a:extLst>
                    <a:ext uri="{FF2B5EF4-FFF2-40B4-BE49-F238E27FC236}">
                      <a16:creationId xmlns:a16="http://schemas.microsoft.com/office/drawing/2014/main" id="{0837CF59-364A-2A8E-21C0-6909E0AF129E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</a:t>
                  </a:r>
                </a:p>
              </p:txBody>
            </p:sp>
          </p:grpSp>
          <p:grpSp>
            <p:nvGrpSpPr>
              <p:cNvPr id="371" name="그룹 370">
                <a:extLst>
                  <a:ext uri="{FF2B5EF4-FFF2-40B4-BE49-F238E27FC236}">
                    <a16:creationId xmlns:a16="http://schemas.microsoft.com/office/drawing/2014/main" id="{E85EC729-C271-C504-FB48-D5B8A0A8D2F4}"/>
                  </a:ext>
                </a:extLst>
              </p:cNvPr>
              <p:cNvGrpSpPr/>
              <p:nvPr/>
            </p:nvGrpSpPr>
            <p:grpSpPr>
              <a:xfrm>
                <a:off x="5542715" y="1861531"/>
                <a:ext cx="826135" cy="497205"/>
                <a:chOff x="3122266" y="817880"/>
                <a:chExt cx="826135" cy="497205"/>
              </a:xfrm>
            </p:grpSpPr>
            <p:sp>
              <p:nvSpPr>
                <p:cNvPr id="412" name="직사각형 411">
                  <a:extLst>
                    <a:ext uri="{FF2B5EF4-FFF2-40B4-BE49-F238E27FC236}">
                      <a16:creationId xmlns:a16="http://schemas.microsoft.com/office/drawing/2014/main" id="{8100CCB9-790A-2477-E281-647477ED8E86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3" name="Text Box 2">
                  <a:extLst>
                    <a:ext uri="{FF2B5EF4-FFF2-40B4-BE49-F238E27FC236}">
                      <a16:creationId xmlns:a16="http://schemas.microsoft.com/office/drawing/2014/main" id="{463EC140-9D6A-9567-9A83-8B5FDA160D33}"/>
                    </a:ext>
                  </a:extLst>
                </p:cNvPr>
                <p:cNvSpPr txBox="1"/>
                <p:nvPr/>
              </p:nvSpPr>
              <p:spPr>
                <a:xfrm>
                  <a:off x="3122266" y="865504"/>
                  <a:ext cx="82613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2" name="그룹 371">
                <a:extLst>
                  <a:ext uri="{FF2B5EF4-FFF2-40B4-BE49-F238E27FC236}">
                    <a16:creationId xmlns:a16="http://schemas.microsoft.com/office/drawing/2014/main" id="{FFDA3168-5BED-6E33-0EB7-51E5E463392A}"/>
                  </a:ext>
                </a:extLst>
              </p:cNvPr>
              <p:cNvGrpSpPr/>
              <p:nvPr/>
            </p:nvGrpSpPr>
            <p:grpSpPr>
              <a:xfrm>
                <a:off x="5542715" y="2748625"/>
                <a:ext cx="826135" cy="497205"/>
                <a:chOff x="3122266" y="817880"/>
                <a:chExt cx="826135" cy="497205"/>
              </a:xfrm>
            </p:grpSpPr>
            <p:sp>
              <p:nvSpPr>
                <p:cNvPr id="410" name="직사각형 409">
                  <a:extLst>
                    <a:ext uri="{FF2B5EF4-FFF2-40B4-BE49-F238E27FC236}">
                      <a16:creationId xmlns:a16="http://schemas.microsoft.com/office/drawing/2014/main" id="{53C71445-6BF8-755D-EEFC-78FB7CF08F1F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1" name="Text Box 2">
                  <a:extLst>
                    <a:ext uri="{FF2B5EF4-FFF2-40B4-BE49-F238E27FC236}">
                      <a16:creationId xmlns:a16="http://schemas.microsoft.com/office/drawing/2014/main" id="{B2DDA111-0979-E504-894B-EB46D9EB1683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3" name="그룹 372">
                <a:extLst>
                  <a:ext uri="{FF2B5EF4-FFF2-40B4-BE49-F238E27FC236}">
                    <a16:creationId xmlns:a16="http://schemas.microsoft.com/office/drawing/2014/main" id="{08563463-A7A0-D6EE-ABD4-047FD6566357}"/>
                  </a:ext>
                </a:extLst>
              </p:cNvPr>
              <p:cNvGrpSpPr/>
              <p:nvPr/>
            </p:nvGrpSpPr>
            <p:grpSpPr>
              <a:xfrm>
                <a:off x="4583793" y="974437"/>
                <a:ext cx="826135" cy="497205"/>
                <a:chOff x="3122266" y="817880"/>
                <a:chExt cx="826135" cy="497205"/>
              </a:xfrm>
            </p:grpSpPr>
            <p:sp>
              <p:nvSpPr>
                <p:cNvPr id="408" name="직사각형 407">
                  <a:extLst>
                    <a:ext uri="{FF2B5EF4-FFF2-40B4-BE49-F238E27FC236}">
                      <a16:creationId xmlns:a16="http://schemas.microsoft.com/office/drawing/2014/main" id="{657AB4E8-EF65-B835-93B0-58EE09C820C6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9" name="Text Box 2">
                  <a:extLst>
                    <a:ext uri="{FF2B5EF4-FFF2-40B4-BE49-F238E27FC236}">
                      <a16:creationId xmlns:a16="http://schemas.microsoft.com/office/drawing/2014/main" id="{FBB462AE-801B-37D0-CB70-F24D791B7362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 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4" name="그룹 373">
                <a:extLst>
                  <a:ext uri="{FF2B5EF4-FFF2-40B4-BE49-F238E27FC236}">
                    <a16:creationId xmlns:a16="http://schemas.microsoft.com/office/drawing/2014/main" id="{20C3FFCE-40BE-5EBC-2319-1E0A540AEC95}"/>
                  </a:ext>
                </a:extLst>
              </p:cNvPr>
              <p:cNvGrpSpPr/>
              <p:nvPr/>
            </p:nvGrpSpPr>
            <p:grpSpPr>
              <a:xfrm>
                <a:off x="4518358" y="1869785"/>
                <a:ext cx="957004" cy="497205"/>
                <a:chOff x="3056831" y="817880"/>
                <a:chExt cx="957004" cy="497205"/>
              </a:xfrm>
            </p:grpSpPr>
            <p:sp>
              <p:nvSpPr>
                <p:cNvPr id="406" name="직사각형 405">
                  <a:extLst>
                    <a:ext uri="{FF2B5EF4-FFF2-40B4-BE49-F238E27FC236}">
                      <a16:creationId xmlns:a16="http://schemas.microsoft.com/office/drawing/2014/main" id="{85D504E2-0F2A-A1F8-5F17-15C89F0DD972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7" name="Text Box 2">
                  <a:extLst>
                    <a:ext uri="{FF2B5EF4-FFF2-40B4-BE49-F238E27FC236}">
                      <a16:creationId xmlns:a16="http://schemas.microsoft.com/office/drawing/2014/main" id="{1EC83EDA-AC4C-0E5A-60DB-609048D05224}"/>
                    </a:ext>
                  </a:extLst>
                </p:cNvPr>
                <p:cNvSpPr txBox="1"/>
                <p:nvPr/>
              </p:nvSpPr>
              <p:spPr>
                <a:xfrm>
                  <a:off x="3056831" y="865504"/>
                  <a:ext cx="95700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 전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340FA26E-125C-A7AF-D8D7-C0A7761C4F28}"/>
                  </a:ext>
                </a:extLst>
              </p:cNvPr>
              <p:cNvGrpSpPr/>
              <p:nvPr/>
            </p:nvGrpSpPr>
            <p:grpSpPr>
              <a:xfrm>
                <a:off x="4583793" y="2748623"/>
                <a:ext cx="826135" cy="497205"/>
                <a:chOff x="3122266" y="817880"/>
                <a:chExt cx="826135" cy="497205"/>
              </a:xfrm>
            </p:grpSpPr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98F2E424-7B9A-04E5-0672-954A33A7F592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5" name="Text Box 2">
                  <a:extLst>
                    <a:ext uri="{FF2B5EF4-FFF2-40B4-BE49-F238E27FC236}">
                      <a16:creationId xmlns:a16="http://schemas.microsoft.com/office/drawing/2014/main" id="{C8239E34-9A91-58AF-B74F-E98640320CC2}"/>
                    </a:ext>
                  </a:extLst>
                </p:cNvPr>
                <p:cNvSpPr txBox="1"/>
                <p:nvPr/>
              </p:nvSpPr>
              <p:spPr>
                <a:xfrm>
                  <a:off x="3122266" y="865504"/>
                  <a:ext cx="82613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 전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B29EA5F-E938-F967-5391-AF03E28BFD6D}"/>
                  </a:ext>
                </a:extLst>
              </p:cNvPr>
              <p:cNvSpPr txBox="1"/>
              <p:nvPr/>
            </p:nvSpPr>
            <p:spPr>
              <a:xfrm>
                <a:off x="6500497" y="1101437"/>
                <a:ext cx="1127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이동 진행</a:t>
                </a:r>
                <a:r>
                  <a:rPr lang="en-US" altLang="ko-KR" sz="1100"/>
                  <a:t>……</a:t>
                </a:r>
                <a:endParaRPr lang="ko-KR" altLang="en-US" sz="1100"/>
              </a:p>
            </p:txBody>
          </p:sp>
          <p:grpSp>
            <p:nvGrpSpPr>
              <p:cNvPr id="377" name="그룹 376">
                <a:extLst>
                  <a:ext uri="{FF2B5EF4-FFF2-40B4-BE49-F238E27FC236}">
                    <a16:creationId xmlns:a16="http://schemas.microsoft.com/office/drawing/2014/main" id="{C0B86488-4613-7DD2-C16B-FC952A5A2FCB}"/>
                  </a:ext>
                </a:extLst>
              </p:cNvPr>
              <p:cNvGrpSpPr/>
              <p:nvPr/>
            </p:nvGrpSpPr>
            <p:grpSpPr>
              <a:xfrm>
                <a:off x="7562015" y="974437"/>
                <a:ext cx="919683" cy="497205"/>
                <a:chOff x="3122266" y="817880"/>
                <a:chExt cx="919683" cy="497205"/>
              </a:xfrm>
            </p:grpSpPr>
            <p:sp>
              <p:nvSpPr>
                <p:cNvPr id="402" name="직사각형 401">
                  <a:extLst>
                    <a:ext uri="{FF2B5EF4-FFF2-40B4-BE49-F238E27FC236}">
                      <a16:creationId xmlns:a16="http://schemas.microsoft.com/office/drawing/2014/main" id="{DA156AD3-655D-E1C3-320F-D6402CEFE072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3" name="Text Box 2">
                  <a:extLst>
                    <a:ext uri="{FF2B5EF4-FFF2-40B4-BE49-F238E27FC236}">
                      <a16:creationId xmlns:a16="http://schemas.microsoft.com/office/drawing/2014/main" id="{FC8B3A56-D23E-9597-DB5B-D0152427A55F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성공 </a:t>
                  </a:r>
                  <a:r>
                    <a:rPr lang="en-US" altLang="ko-KR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/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실패 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8" name="그룹 377">
                <a:extLst>
                  <a:ext uri="{FF2B5EF4-FFF2-40B4-BE49-F238E27FC236}">
                    <a16:creationId xmlns:a16="http://schemas.microsoft.com/office/drawing/2014/main" id="{10FFE559-84EE-FBEA-7CBF-2FC03D5C9D43}"/>
                  </a:ext>
                </a:extLst>
              </p:cNvPr>
              <p:cNvGrpSpPr/>
              <p:nvPr/>
            </p:nvGrpSpPr>
            <p:grpSpPr>
              <a:xfrm>
                <a:off x="8911953" y="983639"/>
                <a:ext cx="826135" cy="497205"/>
                <a:chOff x="3122266" y="817880"/>
                <a:chExt cx="826135" cy="497205"/>
              </a:xfrm>
            </p:grpSpPr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D38FC99E-F642-4F3F-BEC3-573CC1731C2B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1" name="Text Box 2">
                  <a:extLst>
                    <a:ext uri="{FF2B5EF4-FFF2-40B4-BE49-F238E27FC236}">
                      <a16:creationId xmlns:a16="http://schemas.microsoft.com/office/drawing/2014/main" id="{8D63875B-B2A8-4802-2642-FF35817D5A03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5D7979CE-4EDD-C897-B19E-FA1D5B945E8E}"/>
                  </a:ext>
                </a:extLst>
              </p:cNvPr>
              <p:cNvSpPr txBox="1"/>
              <p:nvPr/>
            </p:nvSpPr>
            <p:spPr>
              <a:xfrm>
                <a:off x="6491332" y="1985831"/>
                <a:ext cx="112776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/>
                  <a:t>상호작용 진행</a:t>
                </a:r>
                <a:r>
                  <a:rPr lang="en-US" altLang="ko-KR" sz="900"/>
                  <a:t>……</a:t>
                </a:r>
                <a:endParaRPr lang="ko-KR" altLang="en-US" sz="900"/>
              </a:p>
            </p:txBody>
          </p:sp>
          <p:grpSp>
            <p:nvGrpSpPr>
              <p:cNvPr id="380" name="그룹 379">
                <a:extLst>
                  <a:ext uri="{FF2B5EF4-FFF2-40B4-BE49-F238E27FC236}">
                    <a16:creationId xmlns:a16="http://schemas.microsoft.com/office/drawing/2014/main" id="{90E7F098-62BD-F795-F508-97CD0EEA3E71}"/>
                  </a:ext>
                </a:extLst>
              </p:cNvPr>
              <p:cNvGrpSpPr/>
              <p:nvPr/>
            </p:nvGrpSpPr>
            <p:grpSpPr>
              <a:xfrm>
                <a:off x="7552850" y="1858831"/>
                <a:ext cx="1025164" cy="497205"/>
                <a:chOff x="3122266" y="817880"/>
                <a:chExt cx="919683" cy="497205"/>
              </a:xfrm>
            </p:grpSpPr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6CD564F7-F9CB-033D-B40E-9604C355D128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9" name="Text Box 2">
                  <a:extLst>
                    <a:ext uri="{FF2B5EF4-FFF2-40B4-BE49-F238E27FC236}">
                      <a16:creationId xmlns:a16="http://schemas.microsoft.com/office/drawing/2014/main" id="{A34D67A8-0339-B8F7-1DE8-5F69B8D63A12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결과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1" name="그룹 380">
                <a:extLst>
                  <a:ext uri="{FF2B5EF4-FFF2-40B4-BE49-F238E27FC236}">
                    <a16:creationId xmlns:a16="http://schemas.microsoft.com/office/drawing/2014/main" id="{433CCC9E-1D7C-D761-5550-F6778A081A81}"/>
                  </a:ext>
                </a:extLst>
              </p:cNvPr>
              <p:cNvGrpSpPr/>
              <p:nvPr/>
            </p:nvGrpSpPr>
            <p:grpSpPr>
              <a:xfrm>
                <a:off x="8902788" y="1868033"/>
                <a:ext cx="826135" cy="497205"/>
                <a:chOff x="3122266" y="817880"/>
                <a:chExt cx="826135" cy="497205"/>
              </a:xfrm>
            </p:grpSpPr>
            <p:sp>
              <p:nvSpPr>
                <p:cNvPr id="396" name="직사각형 395">
                  <a:extLst>
                    <a:ext uri="{FF2B5EF4-FFF2-40B4-BE49-F238E27FC236}">
                      <a16:creationId xmlns:a16="http://schemas.microsoft.com/office/drawing/2014/main" id="{9B1102BC-8CD5-057E-38DF-FB98DE6E9091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7" name="Text Box 2">
                  <a:extLst>
                    <a:ext uri="{FF2B5EF4-FFF2-40B4-BE49-F238E27FC236}">
                      <a16:creationId xmlns:a16="http://schemas.microsoft.com/office/drawing/2014/main" id="{B3D18302-8278-BEC9-40A9-96A715AEFD0B}"/>
                    </a:ext>
                  </a:extLst>
                </p:cNvPr>
                <p:cNvSpPr txBox="1"/>
                <p:nvPr/>
              </p:nvSpPr>
              <p:spPr>
                <a:xfrm>
                  <a:off x="3189618" y="865504"/>
                  <a:ext cx="69143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D0B9370-3918-CD10-70DF-068403970116}"/>
                  </a:ext>
                </a:extLst>
              </p:cNvPr>
              <p:cNvSpPr txBox="1"/>
              <p:nvPr/>
            </p:nvSpPr>
            <p:spPr>
              <a:xfrm>
                <a:off x="6519099" y="2862208"/>
                <a:ext cx="1127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전투 진행</a:t>
                </a:r>
                <a:r>
                  <a:rPr lang="en-US" altLang="ko-KR" sz="1100"/>
                  <a:t>……</a:t>
                </a:r>
                <a:endParaRPr lang="ko-KR" altLang="en-US" sz="1100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64954088-D480-1BCD-1454-25E921F29EBE}"/>
                  </a:ext>
                </a:extLst>
              </p:cNvPr>
              <p:cNvGrpSpPr/>
              <p:nvPr/>
            </p:nvGrpSpPr>
            <p:grpSpPr>
              <a:xfrm>
                <a:off x="7580617" y="2735208"/>
                <a:ext cx="919683" cy="497205"/>
                <a:chOff x="3122266" y="817880"/>
                <a:chExt cx="919683" cy="497205"/>
              </a:xfrm>
            </p:grpSpPr>
            <p:sp>
              <p:nvSpPr>
                <p:cNvPr id="394" name="직사각형 393">
                  <a:extLst>
                    <a:ext uri="{FF2B5EF4-FFF2-40B4-BE49-F238E27FC236}">
                      <a16:creationId xmlns:a16="http://schemas.microsoft.com/office/drawing/2014/main" id="{E48C6E0D-474C-6AAE-2DE4-8A7898C5E13F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5" name="Text Box 2">
                  <a:extLst>
                    <a:ext uri="{FF2B5EF4-FFF2-40B4-BE49-F238E27FC236}">
                      <a16:creationId xmlns:a16="http://schemas.microsoft.com/office/drawing/2014/main" id="{C907DAB3-4D52-BCEE-A075-46DFC37C5015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결과 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E11FED39-45B4-89A1-23BF-392585F00656}"/>
                  </a:ext>
                </a:extLst>
              </p:cNvPr>
              <p:cNvGrpSpPr/>
              <p:nvPr/>
            </p:nvGrpSpPr>
            <p:grpSpPr>
              <a:xfrm>
                <a:off x="8930555" y="2744410"/>
                <a:ext cx="826135" cy="497205"/>
                <a:chOff x="3122266" y="817880"/>
                <a:chExt cx="826135" cy="497205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8DCD739A-FCBA-4C87-F68E-6BD3F8EB39AD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3" name="Text Box 2">
                  <a:extLst>
                    <a:ext uri="{FF2B5EF4-FFF2-40B4-BE49-F238E27FC236}">
                      <a16:creationId xmlns:a16="http://schemas.microsoft.com/office/drawing/2014/main" id="{3B6C2488-9B4C-D10F-CCC4-FE3FD5F32F9F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586C7A3D-7461-A52A-F60E-5DAC7B19FEF0}"/>
                  </a:ext>
                </a:extLst>
              </p:cNvPr>
              <p:cNvSpPr txBox="1"/>
              <p:nvPr/>
            </p:nvSpPr>
            <p:spPr>
              <a:xfrm>
                <a:off x="4583792" y="323962"/>
                <a:ext cx="15122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적 몬스터 행동 진행</a:t>
                </a:r>
              </a:p>
            </p:txBody>
          </p:sp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206F7BB9-2E21-A6C7-1A61-2760ED85370A}"/>
                  </a:ext>
                </a:extLst>
              </p:cNvPr>
              <p:cNvSpPr txBox="1"/>
              <p:nvPr/>
            </p:nvSpPr>
            <p:spPr>
              <a:xfrm>
                <a:off x="4583792" y="605834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이동 행동</a:t>
                </a:r>
              </a:p>
            </p:txBody>
          </p:sp>
          <p:cxnSp>
            <p:nvCxnSpPr>
              <p:cNvPr id="387" name="직선 화살표 연결선 386">
                <a:extLst>
                  <a:ext uri="{FF2B5EF4-FFF2-40B4-BE49-F238E27FC236}">
                    <a16:creationId xmlns:a16="http://schemas.microsoft.com/office/drawing/2014/main" id="{5600E828-CE93-A5DC-ACCC-5E01DA98D2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3792" y="867444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0BFAC24C-0C73-9623-905B-E9343A2B8275}"/>
                  </a:ext>
                </a:extLst>
              </p:cNvPr>
              <p:cNvSpPr txBox="1"/>
              <p:nvPr/>
            </p:nvSpPr>
            <p:spPr>
              <a:xfrm>
                <a:off x="4569688" y="1512964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상호작용 행동</a:t>
                </a:r>
              </a:p>
            </p:txBody>
          </p:sp>
          <p:cxnSp>
            <p:nvCxnSpPr>
              <p:cNvPr id="389" name="직선 화살표 연결선 388">
                <a:extLst>
                  <a:ext uri="{FF2B5EF4-FFF2-40B4-BE49-F238E27FC236}">
                    <a16:creationId xmlns:a16="http://schemas.microsoft.com/office/drawing/2014/main" id="{17C5F384-1604-5D33-812D-46B8143AA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688" y="1774574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8C9A8448-BF00-2C64-B547-C103716F813B}"/>
                  </a:ext>
                </a:extLst>
              </p:cNvPr>
              <p:cNvSpPr txBox="1"/>
              <p:nvPr/>
            </p:nvSpPr>
            <p:spPr>
              <a:xfrm>
                <a:off x="4569688" y="2420093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전투 행동</a:t>
                </a:r>
              </a:p>
            </p:txBody>
          </p:sp>
          <p:cxnSp>
            <p:nvCxnSpPr>
              <p:cNvPr id="391" name="직선 화살표 연결선 390">
                <a:extLst>
                  <a:ext uri="{FF2B5EF4-FFF2-40B4-BE49-F238E27FC236}">
                    <a16:creationId xmlns:a16="http://schemas.microsoft.com/office/drawing/2014/main" id="{F0002D9B-C48A-3290-1056-96E2D69286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688" y="2681703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6" name="직사각형 365">
              <a:extLst>
                <a:ext uri="{FF2B5EF4-FFF2-40B4-BE49-F238E27FC236}">
                  <a16:creationId xmlns:a16="http://schemas.microsoft.com/office/drawing/2014/main" id="{CCF3D1EC-9333-E95D-30D3-58CA18B05C25}"/>
                </a:ext>
              </a:extLst>
            </p:cNvPr>
            <p:cNvSpPr/>
            <p:nvPr/>
          </p:nvSpPr>
          <p:spPr>
            <a:xfrm>
              <a:off x="1808244" y="6007776"/>
              <a:ext cx="5899814" cy="3253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B0EE98D6-FFCA-7F2C-4FD5-225C5CE6D2F0}"/>
                </a:ext>
              </a:extLst>
            </p:cNvPr>
            <p:cNvSpPr/>
            <p:nvPr/>
          </p:nvSpPr>
          <p:spPr>
            <a:xfrm>
              <a:off x="1785637" y="6008881"/>
              <a:ext cx="5899814" cy="3253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023A0BA9-1959-4B8B-BAB6-4E01A02BE27D}"/>
                </a:ext>
              </a:extLst>
            </p:cNvPr>
            <p:cNvSpPr/>
            <p:nvPr/>
          </p:nvSpPr>
          <p:spPr>
            <a:xfrm>
              <a:off x="1751960" y="6008002"/>
              <a:ext cx="5899814" cy="3253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B97E2D9-E21B-C8C5-2B96-8017F9A2A277}"/>
                </a:ext>
              </a:extLst>
            </p:cNvPr>
            <p:cNvGrpSpPr/>
            <p:nvPr/>
          </p:nvGrpSpPr>
          <p:grpSpPr>
            <a:xfrm>
              <a:off x="-4000841" y="626599"/>
              <a:ext cx="1235710" cy="760730"/>
              <a:chOff x="1224251" y="1312545"/>
              <a:chExt cx="1235710" cy="76073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3E34AA57-C4CB-81E2-BEF8-24DE4CDC0D3A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2A430606-3E37-D0A6-9FA6-01E23EC9D121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초기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타일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생성</a:t>
                </a:r>
              </a:p>
            </p:txBody>
          </p:sp>
        </p:grp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12B192EF-B363-81C1-D8CA-AF0AA6E86F6D}"/>
                </a:ext>
              </a:extLst>
            </p:cNvPr>
            <p:cNvCxnSpPr>
              <a:cxnSpLocks/>
            </p:cNvCxnSpPr>
            <p:nvPr/>
          </p:nvCxnSpPr>
          <p:spPr>
            <a:xfrm>
              <a:off x="-2757511" y="1006964"/>
              <a:ext cx="55562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0B4AE869-E1A3-45A2-8096-56769DC8403C}"/>
                </a:ext>
              </a:extLst>
            </p:cNvPr>
            <p:cNvGrpSpPr/>
            <p:nvPr/>
          </p:nvGrpSpPr>
          <p:grpSpPr>
            <a:xfrm>
              <a:off x="-2206432" y="626599"/>
              <a:ext cx="1235710" cy="760730"/>
              <a:chOff x="1224251" y="1312545"/>
              <a:chExt cx="1235710" cy="76073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4E620B5-3613-5A9B-E063-47B46C4E7F18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9" name="Text Box 2">
                <a:extLst>
                  <a:ext uri="{FF2B5EF4-FFF2-40B4-BE49-F238E27FC236}">
                    <a16:creationId xmlns:a16="http://schemas.microsoft.com/office/drawing/2014/main" id="{5F543DBA-7553-18C8-196A-4CCECA99C30C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탐험 시작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279C785E-AE88-1B72-4A45-2E9B7B4F568F}"/>
                </a:ext>
              </a:extLst>
            </p:cNvPr>
            <p:cNvCxnSpPr>
              <a:cxnSpLocks/>
            </p:cNvCxnSpPr>
            <p:nvPr/>
          </p:nvCxnSpPr>
          <p:spPr>
            <a:xfrm>
              <a:off x="975435" y="988508"/>
              <a:ext cx="73335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연결선: 꺾임 104">
              <a:extLst>
                <a:ext uri="{FF2B5EF4-FFF2-40B4-BE49-F238E27FC236}">
                  <a16:creationId xmlns:a16="http://schemas.microsoft.com/office/drawing/2014/main" id="{0927CA17-B116-AF0A-28ED-412DEC3F6573}"/>
                </a:ext>
              </a:extLst>
            </p:cNvPr>
            <p:cNvCxnSpPr>
              <a:cxnSpLocks/>
              <a:stCxn id="7" idx="1"/>
              <a:endCxn id="462" idx="0"/>
            </p:cNvCxnSpPr>
            <p:nvPr/>
          </p:nvCxnSpPr>
          <p:spPr>
            <a:xfrm rot="10800000" flipV="1">
              <a:off x="-279422" y="1656642"/>
              <a:ext cx="1979003" cy="737609"/>
            </a:xfrm>
            <a:prstGeom prst="bentConnector2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EA766931-70D6-EE66-C64F-D2780E92D93F}"/>
                </a:ext>
              </a:extLst>
            </p:cNvPr>
            <p:cNvGrpSpPr/>
            <p:nvPr/>
          </p:nvGrpSpPr>
          <p:grpSpPr>
            <a:xfrm>
              <a:off x="1699580" y="29888"/>
              <a:ext cx="5899814" cy="3253510"/>
              <a:chOff x="4433543" y="286328"/>
              <a:chExt cx="5899814" cy="325351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2E6EC86-FEE0-1263-9D67-E6B7DF57906F}"/>
                  </a:ext>
                </a:extLst>
              </p:cNvPr>
              <p:cNvSpPr/>
              <p:nvPr/>
            </p:nvSpPr>
            <p:spPr>
              <a:xfrm>
                <a:off x="4433543" y="286328"/>
                <a:ext cx="5899814" cy="32535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8D7DE667-361B-B2EA-9B0A-C2C6A5D6F0CC}"/>
                  </a:ext>
                </a:extLst>
              </p:cNvPr>
              <p:cNvGrpSpPr/>
              <p:nvPr/>
            </p:nvGrpSpPr>
            <p:grpSpPr>
              <a:xfrm>
                <a:off x="5542715" y="974437"/>
                <a:ext cx="826135" cy="497205"/>
                <a:chOff x="3122266" y="817880"/>
                <a:chExt cx="826135" cy="497205"/>
              </a:xfrm>
            </p:grpSpPr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985FC038-7B42-CC79-04CC-FE155C4CD088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" name="Text Box 2">
                  <a:extLst>
                    <a:ext uri="{FF2B5EF4-FFF2-40B4-BE49-F238E27FC236}">
                      <a16:creationId xmlns:a16="http://schemas.microsoft.com/office/drawing/2014/main" id="{ACF380CC-491C-C1EC-4698-CEED784F04A8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</a:t>
                  </a:r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9F2EE64C-12F6-3D0E-657D-16ECC83BBBEA}"/>
                  </a:ext>
                </a:extLst>
              </p:cNvPr>
              <p:cNvGrpSpPr/>
              <p:nvPr/>
            </p:nvGrpSpPr>
            <p:grpSpPr>
              <a:xfrm>
                <a:off x="5542715" y="1861531"/>
                <a:ext cx="826135" cy="497205"/>
                <a:chOff x="3122266" y="817880"/>
                <a:chExt cx="826135" cy="497205"/>
              </a:xfrm>
            </p:grpSpPr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F0F10C1F-796D-E740-AE2F-0AE6B7B2E301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" name="Text Box 2">
                  <a:extLst>
                    <a:ext uri="{FF2B5EF4-FFF2-40B4-BE49-F238E27FC236}">
                      <a16:creationId xmlns:a16="http://schemas.microsoft.com/office/drawing/2014/main" id="{1D49A706-3177-5C75-976F-7292D70506DF}"/>
                    </a:ext>
                  </a:extLst>
                </p:cNvPr>
                <p:cNvSpPr txBox="1"/>
                <p:nvPr/>
              </p:nvSpPr>
              <p:spPr>
                <a:xfrm>
                  <a:off x="3122266" y="865504"/>
                  <a:ext cx="82613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E8D50F50-24C9-73E3-6EA2-046D47F3BF8D}"/>
                  </a:ext>
                </a:extLst>
              </p:cNvPr>
              <p:cNvGrpSpPr/>
              <p:nvPr/>
            </p:nvGrpSpPr>
            <p:grpSpPr>
              <a:xfrm>
                <a:off x="5542715" y="2748625"/>
                <a:ext cx="826135" cy="497205"/>
                <a:chOff x="3122266" y="817880"/>
                <a:chExt cx="826135" cy="497205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422D8942-3DA2-F184-FCA1-015899406BD9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" name="Text Box 2">
                  <a:extLst>
                    <a:ext uri="{FF2B5EF4-FFF2-40B4-BE49-F238E27FC236}">
                      <a16:creationId xmlns:a16="http://schemas.microsoft.com/office/drawing/2014/main" id="{5923C9D1-6A33-49E5-6FDF-F0B258698013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3D808318-2A5A-812F-D4D1-FA546A6B3CA0}"/>
                  </a:ext>
                </a:extLst>
              </p:cNvPr>
              <p:cNvGrpSpPr/>
              <p:nvPr/>
            </p:nvGrpSpPr>
            <p:grpSpPr>
              <a:xfrm>
                <a:off x="4583793" y="974437"/>
                <a:ext cx="826135" cy="497205"/>
                <a:chOff x="3122266" y="817880"/>
                <a:chExt cx="826135" cy="497205"/>
              </a:xfrm>
            </p:grpSpPr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0993F7A9-469B-B54C-DCBE-29CA45DFD99E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" name="Text Box 2">
                  <a:extLst>
                    <a:ext uri="{FF2B5EF4-FFF2-40B4-BE49-F238E27FC236}">
                      <a16:creationId xmlns:a16="http://schemas.microsoft.com/office/drawing/2014/main" id="{8A686E84-30AB-8F7E-6677-E0C4A2500D69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 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348AAEC1-80FE-7E01-DB3B-3491FB59C8BC}"/>
                  </a:ext>
                </a:extLst>
              </p:cNvPr>
              <p:cNvGrpSpPr/>
              <p:nvPr/>
            </p:nvGrpSpPr>
            <p:grpSpPr>
              <a:xfrm>
                <a:off x="4518358" y="1869785"/>
                <a:ext cx="957004" cy="497205"/>
                <a:chOff x="3056831" y="817880"/>
                <a:chExt cx="957004" cy="497205"/>
              </a:xfrm>
            </p:grpSpPr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A008C16B-357D-4889-D827-40D0B803C024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6" name="Text Box 2">
                  <a:extLst>
                    <a:ext uri="{FF2B5EF4-FFF2-40B4-BE49-F238E27FC236}">
                      <a16:creationId xmlns:a16="http://schemas.microsoft.com/office/drawing/2014/main" id="{78E38B29-93AD-EB9C-9C76-A37076B5787F}"/>
                    </a:ext>
                  </a:extLst>
                </p:cNvPr>
                <p:cNvSpPr txBox="1"/>
                <p:nvPr/>
              </p:nvSpPr>
              <p:spPr>
                <a:xfrm>
                  <a:off x="3056831" y="865504"/>
                  <a:ext cx="95700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 전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E77AA85D-9920-F197-7DA1-9D1200CC7527}"/>
                  </a:ext>
                </a:extLst>
              </p:cNvPr>
              <p:cNvGrpSpPr/>
              <p:nvPr/>
            </p:nvGrpSpPr>
            <p:grpSpPr>
              <a:xfrm>
                <a:off x="4583793" y="2748623"/>
                <a:ext cx="826135" cy="497205"/>
                <a:chOff x="3122266" y="817880"/>
                <a:chExt cx="826135" cy="497205"/>
              </a:xfrm>
            </p:grpSpPr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35B2D5E3-A9F2-B04D-C5CD-62B22FCA8425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" name="Text Box 2">
                  <a:extLst>
                    <a:ext uri="{FF2B5EF4-FFF2-40B4-BE49-F238E27FC236}">
                      <a16:creationId xmlns:a16="http://schemas.microsoft.com/office/drawing/2014/main" id="{170360B8-621B-66F5-F375-AFEF3A06C6D6}"/>
                    </a:ext>
                  </a:extLst>
                </p:cNvPr>
                <p:cNvSpPr txBox="1"/>
                <p:nvPr/>
              </p:nvSpPr>
              <p:spPr>
                <a:xfrm>
                  <a:off x="3122266" y="865504"/>
                  <a:ext cx="82613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 전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081BA2-4BC9-D97A-33D5-9579C6CF7F8A}"/>
                  </a:ext>
                </a:extLst>
              </p:cNvPr>
              <p:cNvSpPr txBox="1"/>
              <p:nvPr/>
            </p:nvSpPr>
            <p:spPr>
              <a:xfrm>
                <a:off x="6500497" y="1101437"/>
                <a:ext cx="1127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이동 진행</a:t>
                </a:r>
                <a:r>
                  <a:rPr lang="en-US" altLang="ko-KR" sz="1100"/>
                  <a:t>……</a:t>
                </a:r>
                <a:endParaRPr lang="ko-KR" altLang="en-US" sz="1100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A7AD9B64-1E83-799F-49B7-696306CC0DD6}"/>
                  </a:ext>
                </a:extLst>
              </p:cNvPr>
              <p:cNvGrpSpPr/>
              <p:nvPr/>
            </p:nvGrpSpPr>
            <p:grpSpPr>
              <a:xfrm>
                <a:off x="7562015" y="974437"/>
                <a:ext cx="919683" cy="497205"/>
                <a:chOff x="3122266" y="817880"/>
                <a:chExt cx="919683" cy="497205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ECB58EB-09A8-F142-7BCD-55224400E422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" name="Text Box 2">
                  <a:extLst>
                    <a:ext uri="{FF2B5EF4-FFF2-40B4-BE49-F238E27FC236}">
                      <a16:creationId xmlns:a16="http://schemas.microsoft.com/office/drawing/2014/main" id="{2D817224-EE6D-FA0F-5F75-7D26B5FA17B6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성공 </a:t>
                  </a:r>
                  <a:r>
                    <a:rPr lang="en-US" altLang="ko-KR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/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실패 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74BB9E48-78D8-6CA7-95E7-47506460DCF1}"/>
                  </a:ext>
                </a:extLst>
              </p:cNvPr>
              <p:cNvGrpSpPr/>
              <p:nvPr/>
            </p:nvGrpSpPr>
            <p:grpSpPr>
              <a:xfrm>
                <a:off x="8911953" y="983639"/>
                <a:ext cx="826135" cy="497205"/>
                <a:chOff x="3122266" y="817880"/>
                <a:chExt cx="826135" cy="497205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93F45CDE-2CD2-A2F2-44B1-A2E409481C69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" name="Text Box 2">
                  <a:extLst>
                    <a:ext uri="{FF2B5EF4-FFF2-40B4-BE49-F238E27FC236}">
                      <a16:creationId xmlns:a16="http://schemas.microsoft.com/office/drawing/2014/main" id="{7FC14188-1230-CAAF-2FC8-12BB17111A35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F2339D0-9AFC-AD53-4FDE-B13E24425EEA}"/>
                  </a:ext>
                </a:extLst>
              </p:cNvPr>
              <p:cNvSpPr txBox="1"/>
              <p:nvPr/>
            </p:nvSpPr>
            <p:spPr>
              <a:xfrm>
                <a:off x="6491332" y="1985831"/>
                <a:ext cx="112776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/>
                  <a:t>상호작용 진행</a:t>
                </a:r>
                <a:r>
                  <a:rPr lang="en-US" altLang="ko-KR" sz="900"/>
                  <a:t>……</a:t>
                </a:r>
                <a:endParaRPr lang="ko-KR" altLang="en-US" sz="900"/>
              </a:p>
            </p:txBody>
          </p: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D308BE19-9729-2244-B387-F5F6F5882661}"/>
                  </a:ext>
                </a:extLst>
              </p:cNvPr>
              <p:cNvGrpSpPr/>
              <p:nvPr/>
            </p:nvGrpSpPr>
            <p:grpSpPr>
              <a:xfrm>
                <a:off x="7552850" y="1858831"/>
                <a:ext cx="1025164" cy="497205"/>
                <a:chOff x="3122266" y="817880"/>
                <a:chExt cx="919683" cy="497205"/>
              </a:xfrm>
            </p:grpSpPr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1F04F1C0-1134-A1FF-BB31-2F2817DE09AB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" name="Text Box 2">
                  <a:extLst>
                    <a:ext uri="{FF2B5EF4-FFF2-40B4-BE49-F238E27FC236}">
                      <a16:creationId xmlns:a16="http://schemas.microsoft.com/office/drawing/2014/main" id="{9BE10F5D-A2E5-5100-EF7D-956A3936A3DE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결과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345C1963-7E52-36C8-7BC0-6BA39D1CB7E1}"/>
                  </a:ext>
                </a:extLst>
              </p:cNvPr>
              <p:cNvGrpSpPr/>
              <p:nvPr/>
            </p:nvGrpSpPr>
            <p:grpSpPr>
              <a:xfrm>
                <a:off x="8902788" y="1868033"/>
                <a:ext cx="826135" cy="497205"/>
                <a:chOff x="3122266" y="817880"/>
                <a:chExt cx="826135" cy="497205"/>
              </a:xfrm>
            </p:grpSpPr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8C8B771E-B798-58CC-01A5-A7C5EF518C6F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" name="Text Box 2">
                  <a:extLst>
                    <a:ext uri="{FF2B5EF4-FFF2-40B4-BE49-F238E27FC236}">
                      <a16:creationId xmlns:a16="http://schemas.microsoft.com/office/drawing/2014/main" id="{05FC881C-2484-68DA-127D-6864D9671E82}"/>
                    </a:ext>
                  </a:extLst>
                </p:cNvPr>
                <p:cNvSpPr txBox="1"/>
                <p:nvPr/>
              </p:nvSpPr>
              <p:spPr>
                <a:xfrm>
                  <a:off x="3189618" y="865504"/>
                  <a:ext cx="69143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9E2951-EF8E-9390-6DDC-B08AF4ACB7B5}"/>
                  </a:ext>
                </a:extLst>
              </p:cNvPr>
              <p:cNvSpPr txBox="1"/>
              <p:nvPr/>
            </p:nvSpPr>
            <p:spPr>
              <a:xfrm>
                <a:off x="6519099" y="2862208"/>
                <a:ext cx="1127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전투 진행</a:t>
                </a:r>
                <a:r>
                  <a:rPr lang="en-US" altLang="ko-KR" sz="1100"/>
                  <a:t>……</a:t>
                </a:r>
                <a:endParaRPr lang="ko-KR" altLang="en-US" sz="1100"/>
              </a:p>
            </p:txBody>
          </p: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DD0B2A18-1742-939E-A0A9-95C2536AAEC1}"/>
                  </a:ext>
                </a:extLst>
              </p:cNvPr>
              <p:cNvGrpSpPr/>
              <p:nvPr/>
            </p:nvGrpSpPr>
            <p:grpSpPr>
              <a:xfrm>
                <a:off x="7580617" y="2735208"/>
                <a:ext cx="919683" cy="497205"/>
                <a:chOff x="3122266" y="817880"/>
                <a:chExt cx="919683" cy="497205"/>
              </a:xfrm>
            </p:grpSpPr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3D6FB576-72C0-E6C0-2259-2597B44F7BFD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8" name="Text Box 2">
                  <a:extLst>
                    <a:ext uri="{FF2B5EF4-FFF2-40B4-BE49-F238E27FC236}">
                      <a16:creationId xmlns:a16="http://schemas.microsoft.com/office/drawing/2014/main" id="{066C353D-671C-F36E-97CE-A7F876617932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결과 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D6EC78D6-0748-8D2A-B294-93221ECBA0E9}"/>
                  </a:ext>
                </a:extLst>
              </p:cNvPr>
              <p:cNvGrpSpPr/>
              <p:nvPr/>
            </p:nvGrpSpPr>
            <p:grpSpPr>
              <a:xfrm>
                <a:off x="8930555" y="2744410"/>
                <a:ext cx="826135" cy="497205"/>
                <a:chOff x="3122266" y="817880"/>
                <a:chExt cx="826135" cy="497205"/>
              </a:xfrm>
            </p:grpSpPr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C85CF15-5DB6-1D05-1DB4-ACA09FB2BCF0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1" name="Text Box 2">
                  <a:extLst>
                    <a:ext uri="{FF2B5EF4-FFF2-40B4-BE49-F238E27FC236}">
                      <a16:creationId xmlns:a16="http://schemas.microsoft.com/office/drawing/2014/main" id="{CCE642BC-BD97-08AB-36F2-BF8BE9BAF7FC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966C6E4-678E-4C56-BD6D-392313024EA6}"/>
                  </a:ext>
                </a:extLst>
              </p:cNvPr>
              <p:cNvSpPr txBox="1"/>
              <p:nvPr/>
            </p:nvSpPr>
            <p:spPr>
              <a:xfrm>
                <a:off x="4583791" y="323962"/>
                <a:ext cx="31652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플레이어 행동 진행</a:t>
                </a:r>
                <a:r>
                  <a:rPr lang="en-US" altLang="ko-KR" sz="1100"/>
                  <a:t>(</a:t>
                </a:r>
                <a:r>
                  <a:rPr lang="ko-KR" altLang="en-US" sz="1100"/>
                  <a:t>플레이어 조작권 부여</a:t>
                </a:r>
                <a:r>
                  <a:rPr lang="en-US" altLang="ko-KR" sz="1100"/>
                  <a:t>)</a:t>
                </a:r>
                <a:endParaRPr lang="ko-KR" altLang="en-US" sz="1100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D0B5EF9-F80D-373E-C8CD-BE3800C26952}"/>
                  </a:ext>
                </a:extLst>
              </p:cNvPr>
              <p:cNvSpPr txBox="1"/>
              <p:nvPr/>
            </p:nvSpPr>
            <p:spPr>
              <a:xfrm>
                <a:off x="4583792" y="605834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이동 행동</a:t>
                </a:r>
              </a:p>
            </p:txBody>
          </p:sp>
          <p:cxnSp>
            <p:nvCxnSpPr>
              <p:cNvPr id="110" name="직선 화살표 연결선 109">
                <a:extLst>
                  <a:ext uri="{FF2B5EF4-FFF2-40B4-BE49-F238E27FC236}">
                    <a16:creationId xmlns:a16="http://schemas.microsoft.com/office/drawing/2014/main" id="{95D1904A-91A2-7387-ED1A-C4F4DCFFF7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3792" y="867444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AED5BF9-B64B-837F-B8C5-929849B7D2B1}"/>
                  </a:ext>
                </a:extLst>
              </p:cNvPr>
              <p:cNvSpPr txBox="1"/>
              <p:nvPr/>
            </p:nvSpPr>
            <p:spPr>
              <a:xfrm>
                <a:off x="4569688" y="1512964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상호작용 행동</a:t>
                </a:r>
              </a:p>
            </p:txBody>
          </p: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712B02C8-88EA-C6D3-FD1C-F5EB40CCD5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688" y="1774574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CF132AB-14C9-43DD-5C06-7420275BC3F7}"/>
                  </a:ext>
                </a:extLst>
              </p:cNvPr>
              <p:cNvSpPr txBox="1"/>
              <p:nvPr/>
            </p:nvSpPr>
            <p:spPr>
              <a:xfrm>
                <a:off x="4569688" y="2420093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전투 행동</a:t>
                </a:r>
              </a:p>
            </p:txBody>
          </p:sp>
          <p:cxnSp>
            <p:nvCxnSpPr>
              <p:cNvPr id="115" name="직선 화살표 연결선 114">
                <a:extLst>
                  <a:ext uri="{FF2B5EF4-FFF2-40B4-BE49-F238E27FC236}">
                    <a16:creationId xmlns:a16="http://schemas.microsoft.com/office/drawing/2014/main" id="{3F883DCE-3302-FA5D-5410-28F84DEFF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688" y="2681703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D6CC8AB8-2234-9C11-3BF5-6257114B2159}"/>
                </a:ext>
              </a:extLst>
            </p:cNvPr>
            <p:cNvGrpSpPr/>
            <p:nvPr/>
          </p:nvGrpSpPr>
          <p:grpSpPr>
            <a:xfrm>
              <a:off x="1695333" y="6007053"/>
              <a:ext cx="5899814" cy="3253510"/>
              <a:chOff x="4433543" y="286328"/>
              <a:chExt cx="5899814" cy="3253510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B7C54773-9884-3D52-4438-53D2D9322DB9}"/>
                  </a:ext>
                </a:extLst>
              </p:cNvPr>
              <p:cNvSpPr/>
              <p:nvPr/>
            </p:nvSpPr>
            <p:spPr>
              <a:xfrm>
                <a:off x="4433543" y="286328"/>
                <a:ext cx="5899814" cy="32535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722F99E8-6537-32EF-C3F4-A8459F63E867}"/>
                  </a:ext>
                </a:extLst>
              </p:cNvPr>
              <p:cNvGrpSpPr/>
              <p:nvPr/>
            </p:nvGrpSpPr>
            <p:grpSpPr>
              <a:xfrm>
                <a:off x="5542715" y="974437"/>
                <a:ext cx="826135" cy="497205"/>
                <a:chOff x="3122266" y="817880"/>
                <a:chExt cx="826135" cy="497205"/>
              </a:xfrm>
            </p:grpSpPr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ACBE7D0B-6ED8-DE1F-A9A5-95A64F25E7EE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4" name="Text Box 2">
                  <a:extLst>
                    <a:ext uri="{FF2B5EF4-FFF2-40B4-BE49-F238E27FC236}">
                      <a16:creationId xmlns:a16="http://schemas.microsoft.com/office/drawing/2014/main" id="{E2538E52-8D46-D90A-F085-25C5B2FDD2B3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</a:t>
                  </a:r>
                </a:p>
              </p:txBody>
            </p:sp>
          </p:grp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03EB11B6-7004-8A26-36CD-09F8A7D6CFE7}"/>
                  </a:ext>
                </a:extLst>
              </p:cNvPr>
              <p:cNvGrpSpPr/>
              <p:nvPr/>
            </p:nvGrpSpPr>
            <p:grpSpPr>
              <a:xfrm>
                <a:off x="5542715" y="1861531"/>
                <a:ext cx="826135" cy="497205"/>
                <a:chOff x="3122266" y="817880"/>
                <a:chExt cx="826135" cy="497205"/>
              </a:xfrm>
            </p:grpSpPr>
            <p:sp>
              <p:nvSpPr>
                <p:cNvPr id="161" name="직사각형 160">
                  <a:extLst>
                    <a:ext uri="{FF2B5EF4-FFF2-40B4-BE49-F238E27FC236}">
                      <a16:creationId xmlns:a16="http://schemas.microsoft.com/office/drawing/2014/main" id="{C54AB9E0-932F-0054-44A1-2A22EEC93392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2" name="Text Box 2">
                  <a:extLst>
                    <a:ext uri="{FF2B5EF4-FFF2-40B4-BE49-F238E27FC236}">
                      <a16:creationId xmlns:a16="http://schemas.microsoft.com/office/drawing/2014/main" id="{4EDB2B6C-F07D-68C6-AA2B-34BC182E3AA5}"/>
                    </a:ext>
                  </a:extLst>
                </p:cNvPr>
                <p:cNvSpPr txBox="1"/>
                <p:nvPr/>
              </p:nvSpPr>
              <p:spPr>
                <a:xfrm>
                  <a:off x="3122266" y="865504"/>
                  <a:ext cx="82613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A5B748CD-4D4E-5E11-3970-E71C1BDAE713}"/>
                  </a:ext>
                </a:extLst>
              </p:cNvPr>
              <p:cNvGrpSpPr/>
              <p:nvPr/>
            </p:nvGrpSpPr>
            <p:grpSpPr>
              <a:xfrm>
                <a:off x="5542715" y="2748625"/>
                <a:ext cx="826135" cy="497205"/>
                <a:chOff x="3122266" y="817880"/>
                <a:chExt cx="826135" cy="497205"/>
              </a:xfrm>
            </p:grpSpPr>
            <p:sp>
              <p:nvSpPr>
                <p:cNvPr id="159" name="직사각형 158">
                  <a:extLst>
                    <a:ext uri="{FF2B5EF4-FFF2-40B4-BE49-F238E27FC236}">
                      <a16:creationId xmlns:a16="http://schemas.microsoft.com/office/drawing/2014/main" id="{D0B18C45-0F44-D893-FE0F-BA7A3A3BD063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0" name="Text Box 2">
                  <a:extLst>
                    <a:ext uri="{FF2B5EF4-FFF2-40B4-BE49-F238E27FC236}">
                      <a16:creationId xmlns:a16="http://schemas.microsoft.com/office/drawing/2014/main" id="{C0A1DAB0-41AB-EFC4-B637-686FDE672193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96D1D1B8-AD5F-09A0-10ED-F27223019FD6}"/>
                  </a:ext>
                </a:extLst>
              </p:cNvPr>
              <p:cNvGrpSpPr/>
              <p:nvPr/>
            </p:nvGrpSpPr>
            <p:grpSpPr>
              <a:xfrm>
                <a:off x="4583793" y="974437"/>
                <a:ext cx="826135" cy="497205"/>
                <a:chOff x="3122266" y="817880"/>
                <a:chExt cx="826135" cy="497205"/>
              </a:xfrm>
            </p:grpSpPr>
            <p:sp>
              <p:nvSpPr>
                <p:cNvPr id="157" name="직사각형 156">
                  <a:extLst>
                    <a:ext uri="{FF2B5EF4-FFF2-40B4-BE49-F238E27FC236}">
                      <a16:creationId xmlns:a16="http://schemas.microsoft.com/office/drawing/2014/main" id="{E4FDDC99-A832-C074-D8F0-A9EAD745C17B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8" name="Text Box 2">
                  <a:extLst>
                    <a:ext uri="{FF2B5EF4-FFF2-40B4-BE49-F238E27FC236}">
                      <a16:creationId xmlns:a16="http://schemas.microsoft.com/office/drawing/2014/main" id="{B3915029-9E4B-42F0-BFFB-A68FED22C6D6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 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D885D942-F4D7-726E-DBAF-22B7D99BC236}"/>
                  </a:ext>
                </a:extLst>
              </p:cNvPr>
              <p:cNvGrpSpPr/>
              <p:nvPr/>
            </p:nvGrpSpPr>
            <p:grpSpPr>
              <a:xfrm>
                <a:off x="4518358" y="1869785"/>
                <a:ext cx="957004" cy="497205"/>
                <a:chOff x="3056831" y="817880"/>
                <a:chExt cx="957004" cy="497205"/>
              </a:xfrm>
            </p:grpSpPr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74CF3587-07D9-EB93-8F5D-88C096284A7F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6" name="Text Box 2">
                  <a:extLst>
                    <a:ext uri="{FF2B5EF4-FFF2-40B4-BE49-F238E27FC236}">
                      <a16:creationId xmlns:a16="http://schemas.microsoft.com/office/drawing/2014/main" id="{D583663F-DB1A-EF4D-4002-AE9FB67C8DAB}"/>
                    </a:ext>
                  </a:extLst>
                </p:cNvPr>
                <p:cNvSpPr txBox="1"/>
                <p:nvPr/>
              </p:nvSpPr>
              <p:spPr>
                <a:xfrm>
                  <a:off x="3056831" y="865504"/>
                  <a:ext cx="95700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 전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6B294F94-6BE3-E0AD-0955-17E554B61E3A}"/>
                  </a:ext>
                </a:extLst>
              </p:cNvPr>
              <p:cNvGrpSpPr/>
              <p:nvPr/>
            </p:nvGrpSpPr>
            <p:grpSpPr>
              <a:xfrm>
                <a:off x="4583793" y="2748623"/>
                <a:ext cx="826135" cy="497205"/>
                <a:chOff x="3122266" y="817880"/>
                <a:chExt cx="826135" cy="497205"/>
              </a:xfrm>
            </p:grpSpPr>
            <p:sp>
              <p:nvSpPr>
                <p:cNvPr id="153" name="직사각형 152">
                  <a:extLst>
                    <a:ext uri="{FF2B5EF4-FFF2-40B4-BE49-F238E27FC236}">
                      <a16:creationId xmlns:a16="http://schemas.microsoft.com/office/drawing/2014/main" id="{D533F1CD-9AC6-3E6B-B40C-B65B988C099A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4" name="Text Box 2">
                  <a:extLst>
                    <a:ext uri="{FF2B5EF4-FFF2-40B4-BE49-F238E27FC236}">
                      <a16:creationId xmlns:a16="http://schemas.microsoft.com/office/drawing/2014/main" id="{4DDA8F9C-82DD-FF55-ED73-16D0BDE5A272}"/>
                    </a:ext>
                  </a:extLst>
                </p:cNvPr>
                <p:cNvSpPr txBox="1"/>
                <p:nvPr/>
              </p:nvSpPr>
              <p:spPr>
                <a:xfrm>
                  <a:off x="3122266" y="865504"/>
                  <a:ext cx="826134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 전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D346394-7552-917E-E8A1-1018C6B27C3B}"/>
                  </a:ext>
                </a:extLst>
              </p:cNvPr>
              <p:cNvSpPr txBox="1"/>
              <p:nvPr/>
            </p:nvSpPr>
            <p:spPr>
              <a:xfrm>
                <a:off x="6500497" y="1101437"/>
                <a:ext cx="1127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이동 진행</a:t>
                </a:r>
                <a:r>
                  <a:rPr lang="en-US" altLang="ko-KR" sz="1100"/>
                  <a:t>……</a:t>
                </a:r>
                <a:endParaRPr lang="ko-KR" altLang="en-US" sz="1100"/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7C5163E6-B3F5-8BFC-E02C-1F5AA8842C34}"/>
                  </a:ext>
                </a:extLst>
              </p:cNvPr>
              <p:cNvGrpSpPr/>
              <p:nvPr/>
            </p:nvGrpSpPr>
            <p:grpSpPr>
              <a:xfrm>
                <a:off x="7562015" y="974437"/>
                <a:ext cx="919683" cy="497205"/>
                <a:chOff x="3122266" y="817880"/>
                <a:chExt cx="919683" cy="497205"/>
              </a:xfrm>
            </p:grpSpPr>
            <p:sp>
              <p:nvSpPr>
                <p:cNvPr id="151" name="직사각형 150">
                  <a:extLst>
                    <a:ext uri="{FF2B5EF4-FFF2-40B4-BE49-F238E27FC236}">
                      <a16:creationId xmlns:a16="http://schemas.microsoft.com/office/drawing/2014/main" id="{7E5C0F71-B6B9-30F6-6140-D77B5F35932C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2" name="Text Box 2">
                  <a:extLst>
                    <a:ext uri="{FF2B5EF4-FFF2-40B4-BE49-F238E27FC236}">
                      <a16:creationId xmlns:a16="http://schemas.microsoft.com/office/drawing/2014/main" id="{3F4890A2-4C3C-B2C2-9517-E93B90B41F75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성공 </a:t>
                  </a:r>
                  <a:r>
                    <a:rPr lang="en-US" altLang="ko-KR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/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실패 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2D54C2E4-CC2D-6CCB-1A60-A2F6101C5BE0}"/>
                  </a:ext>
                </a:extLst>
              </p:cNvPr>
              <p:cNvGrpSpPr/>
              <p:nvPr/>
            </p:nvGrpSpPr>
            <p:grpSpPr>
              <a:xfrm>
                <a:off x="8911953" y="983639"/>
                <a:ext cx="826135" cy="497205"/>
                <a:chOff x="3122266" y="817880"/>
                <a:chExt cx="826135" cy="497205"/>
              </a:xfrm>
            </p:grpSpPr>
            <p:sp>
              <p:nvSpPr>
                <p:cNvPr id="149" name="직사각형 148">
                  <a:extLst>
                    <a:ext uri="{FF2B5EF4-FFF2-40B4-BE49-F238E27FC236}">
                      <a16:creationId xmlns:a16="http://schemas.microsoft.com/office/drawing/2014/main" id="{E4BC1F39-4583-BD07-5F6C-A0A7740DB57B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0" name="Text Box 2">
                  <a:extLst>
                    <a:ext uri="{FF2B5EF4-FFF2-40B4-BE49-F238E27FC236}">
                      <a16:creationId xmlns:a16="http://schemas.microsoft.com/office/drawing/2014/main" id="{7043FDFC-E154-2C6E-F332-68A9BF4C3DB2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이동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A5622D2-BCAC-FBE8-A9CD-F6AFC194B63F}"/>
                  </a:ext>
                </a:extLst>
              </p:cNvPr>
              <p:cNvSpPr txBox="1"/>
              <p:nvPr/>
            </p:nvSpPr>
            <p:spPr>
              <a:xfrm>
                <a:off x="6491332" y="1985831"/>
                <a:ext cx="112776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/>
                  <a:t>상호작용 진행</a:t>
                </a:r>
                <a:r>
                  <a:rPr lang="en-US" altLang="ko-KR" sz="900"/>
                  <a:t>……</a:t>
                </a:r>
                <a:endParaRPr lang="ko-KR" altLang="en-US" sz="900"/>
              </a:p>
            </p:txBody>
          </p:sp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4A0C37A8-3446-289C-091B-365C6BF23A78}"/>
                  </a:ext>
                </a:extLst>
              </p:cNvPr>
              <p:cNvGrpSpPr/>
              <p:nvPr/>
            </p:nvGrpSpPr>
            <p:grpSpPr>
              <a:xfrm>
                <a:off x="7552850" y="1858831"/>
                <a:ext cx="1025164" cy="497205"/>
                <a:chOff x="3122266" y="817880"/>
                <a:chExt cx="919683" cy="497205"/>
              </a:xfrm>
            </p:grpSpPr>
            <p:sp>
              <p:nvSpPr>
                <p:cNvPr id="147" name="직사각형 146">
                  <a:extLst>
                    <a:ext uri="{FF2B5EF4-FFF2-40B4-BE49-F238E27FC236}">
                      <a16:creationId xmlns:a16="http://schemas.microsoft.com/office/drawing/2014/main" id="{15B7CE8C-28AC-06E3-96B3-87D8E28325BD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8" name="Text Box 2">
                  <a:extLst>
                    <a:ext uri="{FF2B5EF4-FFF2-40B4-BE49-F238E27FC236}">
                      <a16:creationId xmlns:a16="http://schemas.microsoft.com/office/drawing/2014/main" id="{E7F6A498-0B3F-D432-C4B6-C30F6ED62833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결과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30" name="그룹 129">
                <a:extLst>
                  <a:ext uri="{FF2B5EF4-FFF2-40B4-BE49-F238E27FC236}">
                    <a16:creationId xmlns:a16="http://schemas.microsoft.com/office/drawing/2014/main" id="{A0AC873F-71A7-0108-5721-A4B7DC573A7A}"/>
                  </a:ext>
                </a:extLst>
              </p:cNvPr>
              <p:cNvGrpSpPr/>
              <p:nvPr/>
            </p:nvGrpSpPr>
            <p:grpSpPr>
              <a:xfrm>
                <a:off x="8902788" y="1868033"/>
                <a:ext cx="826135" cy="497205"/>
                <a:chOff x="3122266" y="817880"/>
                <a:chExt cx="826135" cy="497205"/>
              </a:xfrm>
            </p:grpSpPr>
            <p:sp>
              <p:nvSpPr>
                <p:cNvPr id="145" name="직사각형 144">
                  <a:extLst>
                    <a:ext uri="{FF2B5EF4-FFF2-40B4-BE49-F238E27FC236}">
                      <a16:creationId xmlns:a16="http://schemas.microsoft.com/office/drawing/2014/main" id="{6BB47327-38E6-A346-75A3-E0BEBC44E016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6" name="Text Box 2">
                  <a:extLst>
                    <a:ext uri="{FF2B5EF4-FFF2-40B4-BE49-F238E27FC236}">
                      <a16:creationId xmlns:a16="http://schemas.microsoft.com/office/drawing/2014/main" id="{4FDE093A-19B0-429A-0CC8-9AD315E51C2A}"/>
                    </a:ext>
                  </a:extLst>
                </p:cNvPr>
                <p:cNvSpPr txBox="1"/>
                <p:nvPr/>
              </p:nvSpPr>
              <p:spPr>
                <a:xfrm>
                  <a:off x="3189618" y="865504"/>
                  <a:ext cx="69143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상호작용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819B5D7-4DED-EC63-4FF4-0CE9FB297B3D}"/>
                  </a:ext>
                </a:extLst>
              </p:cNvPr>
              <p:cNvSpPr txBox="1"/>
              <p:nvPr/>
            </p:nvSpPr>
            <p:spPr>
              <a:xfrm>
                <a:off x="6519099" y="2862208"/>
                <a:ext cx="1127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전투 진행</a:t>
                </a:r>
                <a:r>
                  <a:rPr lang="en-US" altLang="ko-KR" sz="1100"/>
                  <a:t>……</a:t>
                </a:r>
                <a:endParaRPr lang="ko-KR" altLang="en-US" sz="110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69A30909-DEFA-2366-41C0-4C1C1CAB3816}"/>
                  </a:ext>
                </a:extLst>
              </p:cNvPr>
              <p:cNvGrpSpPr/>
              <p:nvPr/>
            </p:nvGrpSpPr>
            <p:grpSpPr>
              <a:xfrm>
                <a:off x="7580617" y="2735208"/>
                <a:ext cx="919683" cy="497205"/>
                <a:chOff x="3122266" y="817880"/>
                <a:chExt cx="919683" cy="497205"/>
              </a:xfrm>
            </p:grpSpPr>
            <p:sp>
              <p:nvSpPr>
                <p:cNvPr id="143" name="직사각형 142">
                  <a:extLst>
                    <a:ext uri="{FF2B5EF4-FFF2-40B4-BE49-F238E27FC236}">
                      <a16:creationId xmlns:a16="http://schemas.microsoft.com/office/drawing/2014/main" id="{87BCE934-AD68-A6BF-B292-091EF584FC3D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919683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4" name="Text Box 2">
                  <a:extLst>
                    <a:ext uri="{FF2B5EF4-FFF2-40B4-BE49-F238E27FC236}">
                      <a16:creationId xmlns:a16="http://schemas.microsoft.com/office/drawing/2014/main" id="{DC6496B1-697A-A440-7A44-9FB6F35165C2}"/>
                    </a:ext>
                  </a:extLst>
                </p:cNvPr>
                <p:cNvSpPr txBox="1"/>
                <p:nvPr/>
              </p:nvSpPr>
              <p:spPr>
                <a:xfrm>
                  <a:off x="3122266" y="862328"/>
                  <a:ext cx="919683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</a:t>
                  </a:r>
                  <a:r>
                    <a:rPr lang="en-US" altLang="ko-KR" sz="1000" kern="10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결과 </a:t>
                  </a:r>
                  <a:endPara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처리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22F7DD5D-4144-8F63-E2BB-5DE45D7A1401}"/>
                  </a:ext>
                </a:extLst>
              </p:cNvPr>
              <p:cNvGrpSpPr/>
              <p:nvPr/>
            </p:nvGrpSpPr>
            <p:grpSpPr>
              <a:xfrm>
                <a:off x="8930555" y="2744410"/>
                <a:ext cx="826135" cy="497205"/>
                <a:chOff x="3122266" y="817880"/>
                <a:chExt cx="826135" cy="497205"/>
              </a:xfrm>
            </p:grpSpPr>
            <p:sp>
              <p:nvSpPr>
                <p:cNvPr id="141" name="직사각형 140">
                  <a:extLst>
                    <a:ext uri="{FF2B5EF4-FFF2-40B4-BE49-F238E27FC236}">
                      <a16:creationId xmlns:a16="http://schemas.microsoft.com/office/drawing/2014/main" id="{F4FF997A-774B-148F-D0B6-F2F0CBA80D18}"/>
                    </a:ext>
                  </a:extLst>
                </p:cNvPr>
                <p:cNvSpPr/>
                <p:nvPr/>
              </p:nvSpPr>
              <p:spPr>
                <a:xfrm>
                  <a:off x="3122266" y="817880"/>
                  <a:ext cx="826135" cy="4972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2" name="Text Box 2">
                  <a:extLst>
                    <a:ext uri="{FF2B5EF4-FFF2-40B4-BE49-F238E27FC236}">
                      <a16:creationId xmlns:a16="http://schemas.microsoft.com/office/drawing/2014/main" id="{172F76E2-EC52-D685-28CF-B4ECC714E44C}"/>
                    </a:ext>
                  </a:extLst>
                </p:cNvPr>
                <p:cNvSpPr txBox="1"/>
                <p:nvPr/>
              </p:nvSpPr>
              <p:spPr>
                <a:xfrm>
                  <a:off x="3198783" y="865504"/>
                  <a:ext cx="673100" cy="40195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680"/>
                    </a:spcAft>
                  </a:pPr>
                  <a:r>
                    <a:rPr lang="ko-KR" altLang="en-US" sz="1000" kern="10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전투 후 판정</a:t>
                  </a:r>
                  <a:endParaRPr 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4438C4-7F05-B582-59C8-2AC7F6709DCF}"/>
                  </a:ext>
                </a:extLst>
              </p:cNvPr>
              <p:cNvSpPr txBox="1"/>
              <p:nvPr/>
            </p:nvSpPr>
            <p:spPr>
              <a:xfrm>
                <a:off x="4583792" y="323962"/>
                <a:ext cx="15122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적 몬스터 행동 진행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7B40976-6F8B-1420-8387-7933A4BBE6B8}"/>
                  </a:ext>
                </a:extLst>
              </p:cNvPr>
              <p:cNvSpPr txBox="1"/>
              <p:nvPr/>
            </p:nvSpPr>
            <p:spPr>
              <a:xfrm>
                <a:off x="4583792" y="605834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이동 행동</a:t>
                </a:r>
              </a:p>
            </p:txBody>
          </p:sp>
          <p:cxnSp>
            <p:nvCxnSpPr>
              <p:cNvPr id="136" name="직선 화살표 연결선 135">
                <a:extLst>
                  <a:ext uri="{FF2B5EF4-FFF2-40B4-BE49-F238E27FC236}">
                    <a16:creationId xmlns:a16="http://schemas.microsoft.com/office/drawing/2014/main" id="{862590F1-5ADE-2E03-F592-71FEB4C417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3792" y="867444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271EE95D-80BC-14F5-AB62-5244F69538AA}"/>
                  </a:ext>
                </a:extLst>
              </p:cNvPr>
              <p:cNvSpPr txBox="1"/>
              <p:nvPr/>
            </p:nvSpPr>
            <p:spPr>
              <a:xfrm>
                <a:off x="4569688" y="1512964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상호작용 행동</a:t>
                </a:r>
              </a:p>
            </p:txBody>
          </p:sp>
          <p:cxnSp>
            <p:nvCxnSpPr>
              <p:cNvPr id="138" name="직선 화살표 연결선 137">
                <a:extLst>
                  <a:ext uri="{FF2B5EF4-FFF2-40B4-BE49-F238E27FC236}">
                    <a16:creationId xmlns:a16="http://schemas.microsoft.com/office/drawing/2014/main" id="{3B72F295-9AA4-FC11-D6C5-9BDA07C9AB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688" y="1774574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62F9613-EEC7-85C6-F9B3-6C105CD9D150}"/>
                  </a:ext>
                </a:extLst>
              </p:cNvPr>
              <p:cNvSpPr txBox="1"/>
              <p:nvPr/>
            </p:nvSpPr>
            <p:spPr>
              <a:xfrm>
                <a:off x="4569688" y="2420093"/>
                <a:ext cx="11265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/>
                  <a:t>전투 행동</a:t>
                </a:r>
              </a:p>
            </p:txBody>
          </p:sp>
          <p:cxnSp>
            <p:nvCxnSpPr>
              <p:cNvPr id="140" name="직선 화살표 연결선 139">
                <a:extLst>
                  <a:ext uri="{FF2B5EF4-FFF2-40B4-BE49-F238E27FC236}">
                    <a16:creationId xmlns:a16="http://schemas.microsoft.com/office/drawing/2014/main" id="{AB15D5C3-CA44-03CB-6814-3D8647925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688" y="2681703"/>
                <a:ext cx="5154296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6021DE94-6367-0C96-6166-C6EA773B0B69}"/>
                </a:ext>
              </a:extLst>
            </p:cNvPr>
            <p:cNvSpPr txBox="1"/>
            <p:nvPr/>
          </p:nvSpPr>
          <p:spPr>
            <a:xfrm>
              <a:off x="7553006" y="7377254"/>
              <a:ext cx="5896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……</a:t>
              </a:r>
              <a:endParaRPr lang="ko-KR" altLang="en-US" sz="1100"/>
            </a:p>
          </p:txBody>
        </p:sp>
        <p:sp>
          <p:nvSpPr>
            <p:cNvPr id="416" name="직사각형 415">
              <a:extLst>
                <a:ext uri="{FF2B5EF4-FFF2-40B4-BE49-F238E27FC236}">
                  <a16:creationId xmlns:a16="http://schemas.microsoft.com/office/drawing/2014/main" id="{3D220025-AC2D-53E0-0F6C-BB984145A991}"/>
                </a:ext>
              </a:extLst>
            </p:cNvPr>
            <p:cNvSpPr/>
            <p:nvPr/>
          </p:nvSpPr>
          <p:spPr>
            <a:xfrm>
              <a:off x="7981288" y="5994595"/>
              <a:ext cx="240138" cy="3253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cxnSp>
          <p:nvCxnSpPr>
            <p:cNvPr id="417" name="연결선: 꺾임 416">
              <a:extLst>
                <a:ext uri="{FF2B5EF4-FFF2-40B4-BE49-F238E27FC236}">
                  <a16:creationId xmlns:a16="http://schemas.microsoft.com/office/drawing/2014/main" id="{544C4ED3-E849-A946-638D-28651B16D7A9}"/>
                </a:ext>
              </a:extLst>
            </p:cNvPr>
            <p:cNvCxnSpPr>
              <a:cxnSpLocks/>
              <a:stCxn id="54" idx="0"/>
              <a:endCxn id="49" idx="2"/>
            </p:cNvCxnSpPr>
            <p:nvPr/>
          </p:nvCxnSpPr>
          <p:spPr>
            <a:xfrm rot="16200000" flipV="1">
              <a:off x="6657653" y="4639239"/>
              <a:ext cx="5206744" cy="2615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2" name="그룹 421">
              <a:extLst>
                <a:ext uri="{FF2B5EF4-FFF2-40B4-BE49-F238E27FC236}">
                  <a16:creationId xmlns:a16="http://schemas.microsoft.com/office/drawing/2014/main" id="{C1E5BCCC-E6C7-CBAE-BBFE-01D9FD79D325}"/>
                </a:ext>
              </a:extLst>
            </p:cNvPr>
            <p:cNvGrpSpPr/>
            <p:nvPr/>
          </p:nvGrpSpPr>
          <p:grpSpPr>
            <a:xfrm>
              <a:off x="10298765" y="2661936"/>
              <a:ext cx="1235710" cy="760730"/>
              <a:chOff x="1224251" y="1312545"/>
              <a:chExt cx="1235710" cy="760730"/>
            </a:xfrm>
          </p:grpSpPr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5B5A3C25-BB9E-E35E-3CA8-204117C7119E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24" name="Text Box 2">
                <a:extLst>
                  <a:ext uri="{FF2B5EF4-FFF2-40B4-BE49-F238E27FC236}">
                    <a16:creationId xmlns:a16="http://schemas.microsoft.com/office/drawing/2014/main" id="{F7A77D1A-8D01-8986-2A41-47F42456C4DA}"/>
                  </a:ext>
                </a:extLst>
              </p:cNvPr>
              <p:cNvSpPr txBox="1"/>
              <p:nvPr/>
            </p:nvSpPr>
            <p:spPr>
              <a:xfrm>
                <a:off x="1294804" y="1481137"/>
                <a:ext cx="1094604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탐사 성공</a:t>
                </a:r>
                <a:r>
                  <a: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실패 조건 만족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25" name="직선 화살표 연결선 424">
              <a:extLst>
                <a:ext uri="{FF2B5EF4-FFF2-40B4-BE49-F238E27FC236}">
                  <a16:creationId xmlns:a16="http://schemas.microsoft.com/office/drawing/2014/main" id="{0AD8445B-E8DC-5B5B-1465-5867EBC9252E}"/>
                </a:ext>
              </a:extLst>
            </p:cNvPr>
            <p:cNvCxnSpPr>
              <a:cxnSpLocks/>
            </p:cNvCxnSpPr>
            <p:nvPr/>
          </p:nvCxnSpPr>
          <p:spPr>
            <a:xfrm>
              <a:off x="11534475" y="3042301"/>
              <a:ext cx="73335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121C6F6F-2C0D-914F-6B39-690D0147BE4C}"/>
                </a:ext>
              </a:extLst>
            </p:cNvPr>
            <p:cNvGrpSpPr/>
            <p:nvPr/>
          </p:nvGrpSpPr>
          <p:grpSpPr>
            <a:xfrm>
              <a:off x="12267830" y="2661936"/>
              <a:ext cx="1235710" cy="760730"/>
              <a:chOff x="1224251" y="1312545"/>
              <a:chExt cx="1235710" cy="760730"/>
            </a:xfrm>
          </p:grpSpPr>
          <p:sp>
            <p:nvSpPr>
              <p:cNvPr id="427" name="직사각형 426">
                <a:extLst>
                  <a:ext uri="{FF2B5EF4-FFF2-40B4-BE49-F238E27FC236}">
                    <a16:creationId xmlns:a16="http://schemas.microsoft.com/office/drawing/2014/main" id="{A8131124-2111-6C7A-66A6-1EE1CD600873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28" name="Text Box 2">
                <a:extLst>
                  <a:ext uri="{FF2B5EF4-FFF2-40B4-BE49-F238E27FC236}">
                    <a16:creationId xmlns:a16="http://schemas.microsoft.com/office/drawing/2014/main" id="{E1E4EF38-2C2E-53F3-3580-ABC383AF2F79}"/>
                  </a:ext>
                </a:extLst>
              </p:cNvPr>
              <p:cNvSpPr txBox="1"/>
              <p:nvPr/>
            </p:nvSpPr>
            <p:spPr>
              <a:xfrm>
                <a:off x="1294804" y="1481137"/>
                <a:ext cx="1094604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탐험 종료 판정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29" name="직선 화살표 연결선 428">
              <a:extLst>
                <a:ext uri="{FF2B5EF4-FFF2-40B4-BE49-F238E27FC236}">
                  <a16:creationId xmlns:a16="http://schemas.microsoft.com/office/drawing/2014/main" id="{47829451-99E4-40CB-F25C-D9904C7A79B5}"/>
                </a:ext>
              </a:extLst>
            </p:cNvPr>
            <p:cNvCxnSpPr>
              <a:cxnSpLocks/>
            </p:cNvCxnSpPr>
            <p:nvPr/>
          </p:nvCxnSpPr>
          <p:spPr>
            <a:xfrm>
              <a:off x="13503540" y="3042301"/>
              <a:ext cx="73335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0" name="그룹 429">
              <a:extLst>
                <a:ext uri="{FF2B5EF4-FFF2-40B4-BE49-F238E27FC236}">
                  <a16:creationId xmlns:a16="http://schemas.microsoft.com/office/drawing/2014/main" id="{0D288FD0-8526-D71F-FA5C-70F3D973D3B0}"/>
                </a:ext>
              </a:extLst>
            </p:cNvPr>
            <p:cNvGrpSpPr/>
            <p:nvPr/>
          </p:nvGrpSpPr>
          <p:grpSpPr>
            <a:xfrm>
              <a:off x="14186384" y="2660280"/>
              <a:ext cx="1235710" cy="760730"/>
              <a:chOff x="1224251" y="1312545"/>
              <a:chExt cx="1235710" cy="760730"/>
            </a:xfrm>
          </p:grpSpPr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28E9A997-92F1-466D-B73E-A20904B21B33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32" name="Text Box 2">
                <a:extLst>
                  <a:ext uri="{FF2B5EF4-FFF2-40B4-BE49-F238E27FC236}">
                    <a16:creationId xmlns:a16="http://schemas.microsoft.com/office/drawing/2014/main" id="{F880926A-510B-F282-61DE-1D6725871D75}"/>
                  </a:ext>
                </a:extLst>
              </p:cNvPr>
              <p:cNvSpPr txBox="1"/>
              <p:nvPr/>
            </p:nvSpPr>
            <p:spPr>
              <a:xfrm>
                <a:off x="1294804" y="1481137"/>
                <a:ext cx="1094604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결산 단계로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이동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3" name="그룹 432">
              <a:extLst>
                <a:ext uri="{FF2B5EF4-FFF2-40B4-BE49-F238E27FC236}">
                  <a16:creationId xmlns:a16="http://schemas.microsoft.com/office/drawing/2014/main" id="{FACCB04F-B707-9207-3334-C43AB0CC9974}"/>
                </a:ext>
              </a:extLst>
            </p:cNvPr>
            <p:cNvGrpSpPr/>
            <p:nvPr/>
          </p:nvGrpSpPr>
          <p:grpSpPr>
            <a:xfrm>
              <a:off x="-898227" y="4500580"/>
              <a:ext cx="1235710" cy="760730"/>
              <a:chOff x="1224251" y="1312545"/>
              <a:chExt cx="1235710" cy="76073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0A5C820F-497F-AEA3-6AD8-4FF5263E5C91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35" name="Text Box 2">
                <a:extLst>
                  <a:ext uri="{FF2B5EF4-FFF2-40B4-BE49-F238E27FC236}">
                    <a16:creationId xmlns:a16="http://schemas.microsoft.com/office/drawing/2014/main" id="{E399C8E5-CB0A-7886-89CA-27ACF7BC2160}"/>
                  </a:ext>
                </a:extLst>
              </p:cNvPr>
              <p:cNvSpPr txBox="1"/>
              <p:nvPr/>
            </p:nvSpPr>
            <p:spPr>
              <a:xfrm>
                <a:off x="1294804" y="1481137"/>
                <a:ext cx="1094604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타일 생성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37" name="연결선: 꺾임 436">
              <a:extLst>
                <a:ext uri="{FF2B5EF4-FFF2-40B4-BE49-F238E27FC236}">
                  <a16:creationId xmlns:a16="http://schemas.microsoft.com/office/drawing/2014/main" id="{F8D1DEE9-AD4E-1F1E-5637-8D570DC9B6D9}"/>
                </a:ext>
              </a:extLst>
            </p:cNvPr>
            <p:cNvCxnSpPr>
              <a:cxnSpLocks/>
              <a:stCxn id="465" idx="2"/>
              <a:endCxn id="118" idx="1"/>
            </p:cNvCxnSpPr>
            <p:nvPr/>
          </p:nvCxnSpPr>
          <p:spPr>
            <a:xfrm rot="16200000" flipH="1">
              <a:off x="595274" y="6533748"/>
              <a:ext cx="224481" cy="1975637"/>
            </a:xfrm>
            <a:prstGeom prst="bentConnector2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1" name="그룹 440">
              <a:extLst>
                <a:ext uri="{FF2B5EF4-FFF2-40B4-BE49-F238E27FC236}">
                  <a16:creationId xmlns:a16="http://schemas.microsoft.com/office/drawing/2014/main" id="{6C229F2B-38A9-5DB6-8F35-35F105C3258C}"/>
                </a:ext>
              </a:extLst>
            </p:cNvPr>
            <p:cNvGrpSpPr/>
            <p:nvPr/>
          </p:nvGrpSpPr>
          <p:grpSpPr>
            <a:xfrm>
              <a:off x="-897952" y="3421010"/>
              <a:ext cx="1235710" cy="760730"/>
              <a:chOff x="1224251" y="1312545"/>
              <a:chExt cx="1235710" cy="760730"/>
            </a:xfrm>
          </p:grpSpPr>
          <p:sp>
            <p:nvSpPr>
              <p:cNvPr id="442" name="직사각형 441">
                <a:extLst>
                  <a:ext uri="{FF2B5EF4-FFF2-40B4-BE49-F238E27FC236}">
                    <a16:creationId xmlns:a16="http://schemas.microsoft.com/office/drawing/2014/main" id="{C0D95A7A-C0A4-F0F7-C4E1-C2765F5B7662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43" name="Text Box 2">
                <a:extLst>
                  <a:ext uri="{FF2B5EF4-FFF2-40B4-BE49-F238E27FC236}">
                    <a16:creationId xmlns:a16="http://schemas.microsoft.com/office/drawing/2014/main" id="{8E2C17C4-78A4-6AC5-52FD-51DBE2F3D855}"/>
                  </a:ext>
                </a:extLst>
              </p:cNvPr>
              <p:cNvSpPr txBox="1"/>
              <p:nvPr/>
            </p:nvSpPr>
            <p:spPr>
              <a:xfrm>
                <a:off x="1294804" y="1481137"/>
                <a:ext cx="1094604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생성 전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45" name="연결선: 꺾임 444">
              <a:extLst>
                <a:ext uri="{FF2B5EF4-FFF2-40B4-BE49-F238E27FC236}">
                  <a16:creationId xmlns:a16="http://schemas.microsoft.com/office/drawing/2014/main" id="{7E0288AB-FF67-8DE8-A191-09CDFA8A6BB4}"/>
                </a:ext>
              </a:extLst>
            </p:cNvPr>
            <p:cNvCxnSpPr>
              <a:cxnSpLocks/>
              <a:stCxn id="442" idx="2"/>
              <a:endCxn id="434" idx="0"/>
            </p:cNvCxnSpPr>
            <p:nvPr/>
          </p:nvCxnSpPr>
          <p:spPr>
            <a:xfrm rot="5400000">
              <a:off x="-439654" y="4341023"/>
              <a:ext cx="318840" cy="275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A52804B8-8397-8B4F-4C90-E4FBEA93B02F}"/>
                </a:ext>
              </a:extLst>
            </p:cNvPr>
            <p:cNvGrpSpPr/>
            <p:nvPr/>
          </p:nvGrpSpPr>
          <p:grpSpPr>
            <a:xfrm>
              <a:off x="-897982" y="5527769"/>
              <a:ext cx="1235710" cy="760730"/>
              <a:chOff x="1224251" y="1312545"/>
              <a:chExt cx="1235710" cy="760730"/>
            </a:xfrm>
          </p:grpSpPr>
          <p:sp>
            <p:nvSpPr>
              <p:cNvPr id="449" name="직사각형 448">
                <a:extLst>
                  <a:ext uri="{FF2B5EF4-FFF2-40B4-BE49-F238E27FC236}">
                    <a16:creationId xmlns:a16="http://schemas.microsoft.com/office/drawing/2014/main" id="{1D41A393-6D0D-93D3-9B77-D929A5ED4CA2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50" name="Text Box 2">
                <a:extLst>
                  <a:ext uri="{FF2B5EF4-FFF2-40B4-BE49-F238E27FC236}">
                    <a16:creationId xmlns:a16="http://schemas.microsoft.com/office/drawing/2014/main" id="{E9CFAE49-B45E-C131-219F-5FF5C4D2AF33}"/>
                  </a:ext>
                </a:extLst>
              </p:cNvPr>
              <p:cNvSpPr txBox="1"/>
              <p:nvPr/>
            </p:nvSpPr>
            <p:spPr>
              <a:xfrm>
                <a:off x="1294804" y="1481137"/>
                <a:ext cx="1094604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생성 후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en-US" altLang="ko-KR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51" name="연결선: 꺾임 450">
              <a:extLst>
                <a:ext uri="{FF2B5EF4-FFF2-40B4-BE49-F238E27FC236}">
                  <a16:creationId xmlns:a16="http://schemas.microsoft.com/office/drawing/2014/main" id="{3F9FE9B4-AD63-E3AF-EF59-D7AF942D5BC9}"/>
                </a:ext>
              </a:extLst>
            </p:cNvPr>
            <p:cNvCxnSpPr>
              <a:cxnSpLocks/>
              <a:stCxn id="434" idx="2"/>
              <a:endCxn id="449" idx="0"/>
            </p:cNvCxnSpPr>
            <p:nvPr/>
          </p:nvCxnSpPr>
          <p:spPr>
            <a:xfrm rot="16200000" flipH="1">
              <a:off x="-413479" y="5394416"/>
              <a:ext cx="266459" cy="245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3ECF31B-08C1-465E-0761-032195B5DFCC}"/>
                </a:ext>
              </a:extLst>
            </p:cNvPr>
            <p:cNvGrpSpPr/>
            <p:nvPr/>
          </p:nvGrpSpPr>
          <p:grpSpPr>
            <a:xfrm>
              <a:off x="-253426" y="626599"/>
              <a:ext cx="1235710" cy="760730"/>
              <a:chOff x="1224251" y="1312545"/>
              <a:chExt cx="1235710" cy="760730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92EB911-9EC1-C862-D12A-3F6914161826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8" name="Text Box 2">
                <a:extLst>
                  <a:ext uri="{FF2B5EF4-FFF2-40B4-BE49-F238E27FC236}">
                    <a16:creationId xmlns:a16="http://schemas.microsoft.com/office/drawing/2014/main" id="{2F09280D-AF9A-2FAA-CD63-72D4EB58BB7E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행동 시작</a:t>
                </a:r>
                <a:endPara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34633F2-B115-3D9B-3F5F-50F28E0F3621}"/>
                </a:ext>
              </a:extLst>
            </p:cNvPr>
            <p:cNvCxnSpPr>
              <a:cxnSpLocks/>
              <a:stCxn id="38" idx="3"/>
              <a:endCxn id="3" idx="1"/>
            </p:cNvCxnSpPr>
            <p:nvPr/>
          </p:nvCxnSpPr>
          <p:spPr>
            <a:xfrm>
              <a:off x="-970722" y="1006964"/>
              <a:ext cx="71729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A623F3D-7ACD-AA3B-3B6D-833533A3B489}"/>
                </a:ext>
              </a:extLst>
            </p:cNvPr>
            <p:cNvGrpSpPr/>
            <p:nvPr/>
          </p:nvGrpSpPr>
          <p:grpSpPr>
            <a:xfrm>
              <a:off x="8641862" y="1276445"/>
              <a:ext cx="1235710" cy="760730"/>
              <a:chOff x="1224251" y="1312545"/>
              <a:chExt cx="1235710" cy="760730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96F8A3A-8018-BC6D-3753-8588A6261748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50" name="Text Box 2">
                <a:extLst>
                  <a:ext uri="{FF2B5EF4-FFF2-40B4-BE49-F238E27FC236}">
                    <a16:creationId xmlns:a16="http://schemas.microsoft.com/office/drawing/2014/main" id="{0B88EC1B-0B0E-5700-04BD-D6742C8C0EC8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행동 시작</a:t>
                </a:r>
                <a:endPara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4A2A6D1-B410-6B23-DB4B-E4E1407FF791}"/>
                </a:ext>
              </a:extLst>
            </p:cNvPr>
            <p:cNvGrpSpPr/>
            <p:nvPr/>
          </p:nvGrpSpPr>
          <p:grpSpPr>
            <a:xfrm>
              <a:off x="8644477" y="7243919"/>
              <a:ext cx="1235710" cy="760730"/>
              <a:chOff x="1224251" y="1312545"/>
              <a:chExt cx="1235710" cy="760730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2292160D-2E7F-5055-C3B3-856713B629AF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63" name="Text Box 2">
                <a:extLst>
                  <a:ext uri="{FF2B5EF4-FFF2-40B4-BE49-F238E27FC236}">
                    <a16:creationId xmlns:a16="http://schemas.microsoft.com/office/drawing/2014/main" id="{DFD3B1CE-FE9B-DB14-EDF5-F08C50EB0E08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행동 종료</a:t>
                </a:r>
                <a:endPara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53" name="연결선: 꺾임 452">
              <a:extLst>
                <a:ext uri="{FF2B5EF4-FFF2-40B4-BE49-F238E27FC236}">
                  <a16:creationId xmlns:a16="http://schemas.microsoft.com/office/drawing/2014/main" id="{5EF0032A-F990-C946-B849-C7DC91A48A47}"/>
                </a:ext>
              </a:extLst>
            </p:cNvPr>
            <p:cNvCxnSpPr>
              <a:cxnSpLocks/>
              <a:stCxn id="49" idx="1"/>
              <a:endCxn id="7" idx="3"/>
            </p:cNvCxnSpPr>
            <p:nvPr/>
          </p:nvCxnSpPr>
          <p:spPr>
            <a:xfrm rot="10800000">
              <a:off x="7599394" y="1656644"/>
              <a:ext cx="1042468" cy="167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연결선: 꺾임 456">
              <a:extLst>
                <a:ext uri="{FF2B5EF4-FFF2-40B4-BE49-F238E27FC236}">
                  <a16:creationId xmlns:a16="http://schemas.microsoft.com/office/drawing/2014/main" id="{09B6B595-0F6A-7018-8885-E11A78F2FAD3}"/>
                </a:ext>
              </a:extLst>
            </p:cNvPr>
            <p:cNvCxnSpPr>
              <a:cxnSpLocks/>
              <a:stCxn id="416" idx="3"/>
              <a:endCxn id="54" idx="1"/>
            </p:cNvCxnSpPr>
            <p:nvPr/>
          </p:nvCxnSpPr>
          <p:spPr>
            <a:xfrm>
              <a:off x="8221426" y="7621350"/>
              <a:ext cx="423051" cy="2934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1" name="그룹 460">
              <a:extLst>
                <a:ext uri="{FF2B5EF4-FFF2-40B4-BE49-F238E27FC236}">
                  <a16:creationId xmlns:a16="http://schemas.microsoft.com/office/drawing/2014/main" id="{CC1D4B10-C8C6-C196-E569-069BC7128217}"/>
                </a:ext>
              </a:extLst>
            </p:cNvPr>
            <p:cNvGrpSpPr/>
            <p:nvPr/>
          </p:nvGrpSpPr>
          <p:grpSpPr>
            <a:xfrm>
              <a:off x="-897278" y="2394252"/>
              <a:ext cx="1235710" cy="760730"/>
              <a:chOff x="1224251" y="1312545"/>
              <a:chExt cx="1235710" cy="760730"/>
            </a:xfrm>
          </p:grpSpPr>
          <p:sp>
            <p:nvSpPr>
              <p:cNvPr id="462" name="직사각형 461">
                <a:extLst>
                  <a:ext uri="{FF2B5EF4-FFF2-40B4-BE49-F238E27FC236}">
                    <a16:creationId xmlns:a16="http://schemas.microsoft.com/office/drawing/2014/main" id="{87113A77-3DFB-CCC4-6DAF-13905443DF8D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63" name="Text Box 2">
                <a:extLst>
                  <a:ext uri="{FF2B5EF4-FFF2-40B4-BE49-F238E27FC236}">
                    <a16:creationId xmlns:a16="http://schemas.microsoft.com/office/drawing/2014/main" id="{07A376CA-B827-3F8A-1D5C-6CA52FDDA04E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행동 종료</a:t>
                </a:r>
                <a:endPara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64" name="그룹 463">
              <a:extLst>
                <a:ext uri="{FF2B5EF4-FFF2-40B4-BE49-F238E27FC236}">
                  <a16:creationId xmlns:a16="http://schemas.microsoft.com/office/drawing/2014/main" id="{730B3FCD-D969-73FA-1269-984BB6E33EE4}"/>
                </a:ext>
              </a:extLst>
            </p:cNvPr>
            <p:cNvGrpSpPr/>
            <p:nvPr/>
          </p:nvGrpSpPr>
          <p:grpSpPr>
            <a:xfrm>
              <a:off x="-898159" y="6648597"/>
              <a:ext cx="1235710" cy="760730"/>
              <a:chOff x="1224251" y="1312545"/>
              <a:chExt cx="1235710" cy="760730"/>
            </a:xfrm>
          </p:grpSpPr>
          <p:sp>
            <p:nvSpPr>
              <p:cNvPr id="465" name="직사각형 464">
                <a:extLst>
                  <a:ext uri="{FF2B5EF4-FFF2-40B4-BE49-F238E27FC236}">
                    <a16:creationId xmlns:a16="http://schemas.microsoft.com/office/drawing/2014/main" id="{5EC1B0C4-5113-2016-964D-2F38F14FFB23}"/>
                  </a:ext>
                </a:extLst>
              </p:cNvPr>
              <p:cNvSpPr/>
              <p:nvPr/>
            </p:nvSpPr>
            <p:spPr>
              <a:xfrm>
                <a:off x="1224251" y="1312545"/>
                <a:ext cx="1235710" cy="7607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66" name="Text Box 2">
                <a:extLst>
                  <a:ext uri="{FF2B5EF4-FFF2-40B4-BE49-F238E27FC236}">
                    <a16:creationId xmlns:a16="http://schemas.microsoft.com/office/drawing/2014/main" id="{51F480E8-CCB0-9CFB-E6A0-1B2BE4FED378}"/>
                  </a:ext>
                </a:extLst>
              </p:cNvPr>
              <p:cNvSpPr txBox="1"/>
              <p:nvPr/>
            </p:nvSpPr>
            <p:spPr>
              <a:xfrm>
                <a:off x="1388716" y="1481137"/>
                <a:ext cx="906780" cy="40195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행동 시작</a:t>
                </a:r>
                <a:endPara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69" name="연결선: 꺾임 468">
              <a:extLst>
                <a:ext uri="{FF2B5EF4-FFF2-40B4-BE49-F238E27FC236}">
                  <a16:creationId xmlns:a16="http://schemas.microsoft.com/office/drawing/2014/main" id="{492FFB96-DE38-8238-D738-7B4689D524B5}"/>
                </a:ext>
              </a:extLst>
            </p:cNvPr>
            <p:cNvCxnSpPr>
              <a:cxnSpLocks/>
              <a:stCxn id="462" idx="2"/>
              <a:endCxn id="442" idx="0"/>
            </p:cNvCxnSpPr>
            <p:nvPr/>
          </p:nvCxnSpPr>
          <p:spPr>
            <a:xfrm rot="5400000">
              <a:off x="-412774" y="3287659"/>
              <a:ext cx="266028" cy="674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연결선: 꺾임 474">
              <a:extLst>
                <a:ext uri="{FF2B5EF4-FFF2-40B4-BE49-F238E27FC236}">
                  <a16:creationId xmlns:a16="http://schemas.microsoft.com/office/drawing/2014/main" id="{0854177F-54EF-CAE4-C968-DF4A72DDE102}"/>
                </a:ext>
              </a:extLst>
            </p:cNvPr>
            <p:cNvCxnSpPr>
              <a:cxnSpLocks/>
              <a:stCxn id="449" idx="2"/>
              <a:endCxn id="465" idx="0"/>
            </p:cNvCxnSpPr>
            <p:nvPr/>
          </p:nvCxnSpPr>
          <p:spPr>
            <a:xfrm rot="5400000">
              <a:off x="-460264" y="6468460"/>
              <a:ext cx="360098" cy="177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374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199</Words>
  <Application>Microsoft Office PowerPoint</Application>
  <PresentationFormat>와이드스크린</PresentationFormat>
  <Paragraphs>90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10</cp:revision>
  <dcterms:created xsi:type="dcterms:W3CDTF">2025-07-19T06:53:29Z</dcterms:created>
  <dcterms:modified xsi:type="dcterms:W3CDTF">2025-07-21T00:56:20Z</dcterms:modified>
</cp:coreProperties>
</file>